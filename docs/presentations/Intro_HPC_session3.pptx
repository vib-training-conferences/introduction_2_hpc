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  <p:sldMasterId id="2147483677" r:id="rId6"/>
    <p:sldMasterId id="2147483678" r:id="rId7"/>
    <p:sldMasterId id="2147483679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</p:sldIdLst>
  <p:sldSz cy="5143500" cx="9144000"/>
  <p:notesSz cx="6858000" cy="9144000"/>
  <p:embeddedFontLst>
    <p:embeddedFont>
      <p:font typeface="Nunito"/>
      <p:regular r:id="rId83"/>
      <p:bold r:id="rId84"/>
      <p:italic r:id="rId85"/>
      <p:boldItalic r:id="rId86"/>
    </p:embeddedFont>
    <p:embeddedFont>
      <p:font typeface="Open Sans"/>
      <p:regular r:id="rId87"/>
      <p:bold r:id="rId88"/>
      <p:italic r:id="rId89"/>
      <p:boldItalic r:id="rId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84" Type="http://schemas.openxmlformats.org/officeDocument/2006/relationships/font" Target="fonts/Nunito-bold.fntdata"/><Relationship Id="rId83" Type="http://schemas.openxmlformats.org/officeDocument/2006/relationships/font" Target="fonts/Nunito-regular.fntdata"/><Relationship Id="rId42" Type="http://schemas.openxmlformats.org/officeDocument/2006/relationships/slide" Target="slides/slide33.xml"/><Relationship Id="rId86" Type="http://schemas.openxmlformats.org/officeDocument/2006/relationships/font" Target="fonts/Nunito-boldItalic.fntdata"/><Relationship Id="rId41" Type="http://schemas.openxmlformats.org/officeDocument/2006/relationships/slide" Target="slides/slide32.xml"/><Relationship Id="rId85" Type="http://schemas.openxmlformats.org/officeDocument/2006/relationships/font" Target="fonts/Nunito-italic.fntdata"/><Relationship Id="rId44" Type="http://schemas.openxmlformats.org/officeDocument/2006/relationships/slide" Target="slides/slide35.xml"/><Relationship Id="rId88" Type="http://schemas.openxmlformats.org/officeDocument/2006/relationships/font" Target="fonts/OpenSans-bold.fntdata"/><Relationship Id="rId43" Type="http://schemas.openxmlformats.org/officeDocument/2006/relationships/slide" Target="slides/slide34.xml"/><Relationship Id="rId87" Type="http://schemas.openxmlformats.org/officeDocument/2006/relationships/font" Target="fonts/OpenSans-regular.fntdata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89" Type="http://schemas.openxmlformats.org/officeDocument/2006/relationships/font" Target="fonts/OpenSans-italic.fntdata"/><Relationship Id="rId80" Type="http://schemas.openxmlformats.org/officeDocument/2006/relationships/slide" Target="slides/slide71.xml"/><Relationship Id="rId82" Type="http://schemas.openxmlformats.org/officeDocument/2006/relationships/slide" Target="slides/slide73.xml"/><Relationship Id="rId81" Type="http://schemas.openxmlformats.org/officeDocument/2006/relationships/slide" Target="slides/slide72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31" Type="http://schemas.openxmlformats.org/officeDocument/2006/relationships/slide" Target="slides/slide22.xml"/><Relationship Id="rId75" Type="http://schemas.openxmlformats.org/officeDocument/2006/relationships/slide" Target="slides/slide66.xml"/><Relationship Id="rId30" Type="http://schemas.openxmlformats.org/officeDocument/2006/relationships/slide" Target="slides/slide21.xml"/><Relationship Id="rId74" Type="http://schemas.openxmlformats.org/officeDocument/2006/relationships/slide" Target="slides/slide65.xml"/><Relationship Id="rId33" Type="http://schemas.openxmlformats.org/officeDocument/2006/relationships/slide" Target="slides/slide24.xml"/><Relationship Id="rId77" Type="http://schemas.openxmlformats.org/officeDocument/2006/relationships/slide" Target="slides/slide68.xml"/><Relationship Id="rId32" Type="http://schemas.openxmlformats.org/officeDocument/2006/relationships/slide" Target="slides/slide23.xml"/><Relationship Id="rId76" Type="http://schemas.openxmlformats.org/officeDocument/2006/relationships/slide" Target="slides/slide67.xml"/><Relationship Id="rId35" Type="http://schemas.openxmlformats.org/officeDocument/2006/relationships/slide" Target="slides/slide26.xml"/><Relationship Id="rId79" Type="http://schemas.openxmlformats.org/officeDocument/2006/relationships/slide" Target="slides/slide70.xml"/><Relationship Id="rId34" Type="http://schemas.openxmlformats.org/officeDocument/2006/relationships/slide" Target="slides/slide25.xml"/><Relationship Id="rId78" Type="http://schemas.openxmlformats.org/officeDocument/2006/relationships/slide" Target="slides/slide69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20" Type="http://schemas.openxmlformats.org/officeDocument/2006/relationships/slide" Target="slides/slide11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22" Type="http://schemas.openxmlformats.org/officeDocument/2006/relationships/slide" Target="slides/slide13.xml"/><Relationship Id="rId66" Type="http://schemas.openxmlformats.org/officeDocument/2006/relationships/slide" Target="slides/slide57.xml"/><Relationship Id="rId21" Type="http://schemas.openxmlformats.org/officeDocument/2006/relationships/slide" Target="slides/slide12.xml"/><Relationship Id="rId65" Type="http://schemas.openxmlformats.org/officeDocument/2006/relationships/slide" Target="slides/slide56.xml"/><Relationship Id="rId24" Type="http://schemas.openxmlformats.org/officeDocument/2006/relationships/slide" Target="slides/slide15.xml"/><Relationship Id="rId68" Type="http://schemas.openxmlformats.org/officeDocument/2006/relationships/slide" Target="slides/slide59.xml"/><Relationship Id="rId23" Type="http://schemas.openxmlformats.org/officeDocument/2006/relationships/slide" Target="slides/slide14.xml"/><Relationship Id="rId67" Type="http://schemas.openxmlformats.org/officeDocument/2006/relationships/slide" Target="slides/slide58.xml"/><Relationship Id="rId60" Type="http://schemas.openxmlformats.org/officeDocument/2006/relationships/slide" Target="slides/slide5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69" Type="http://schemas.openxmlformats.org/officeDocument/2006/relationships/slide" Target="slides/slide6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slide" Target="slides/slide48.xml"/><Relationship Id="rId12" Type="http://schemas.openxmlformats.org/officeDocument/2006/relationships/slide" Target="slides/slide3.xml"/><Relationship Id="rId56" Type="http://schemas.openxmlformats.org/officeDocument/2006/relationships/slide" Target="slides/slide47.xml"/><Relationship Id="rId90" Type="http://schemas.openxmlformats.org/officeDocument/2006/relationships/font" Target="fonts/OpenSans-boldItalic.fntdata"/><Relationship Id="rId15" Type="http://schemas.openxmlformats.org/officeDocument/2006/relationships/slide" Target="slides/slide6.xml"/><Relationship Id="rId59" Type="http://schemas.openxmlformats.org/officeDocument/2006/relationships/slide" Target="slides/slide50.xml"/><Relationship Id="rId14" Type="http://schemas.openxmlformats.org/officeDocument/2006/relationships/slide" Target="slides/slide5.xml"/><Relationship Id="rId58" Type="http://schemas.openxmlformats.org/officeDocument/2006/relationships/slide" Target="slides/slide4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me_738822#fromView=search&amp;page=1&amp;position=2&amp;uuid=2cf5ecab-7b68-4be4-8b58-ade72f18b7ff" TargetMode="External"/><Relationship Id="rId3" Type="http://schemas.openxmlformats.org/officeDocument/2006/relationships/hyperlink" Target="https://www.freepik.com/icon/database_2351573#fromView=search&amp;page=2&amp;position=43&amp;uuid=3967281a-e595-4993-a1a1-5a96b8931281" TargetMode="External"/><Relationship Id="rId4" Type="http://schemas.openxmlformats.org/officeDocument/2006/relationships/hyperlink" Target="https://www.freepik.com/icon/schedule_16921098#fromView=search&amp;page=1&amp;position=64&amp;uuid=772ccc1f-4dd5-468b-9e80-e5ad162ba517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pik.com/icon/hosting_8712787" TargetMode="External"/><Relationship Id="rId3" Type="http://schemas.openxmlformats.org/officeDocument/2006/relationships/hyperlink" Target="https://www.freepik.com/icon/folder_13194314#fromView=search&amp;page=1&amp;position=2&amp;uuid=6b74e9e2-e694-4572-9582-4b97ba9ff542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ta.wikimedia.org/wiki/File:Pokebola-pokeball-png-0.png" TargetMode="External"/><Relationship Id="rId3" Type="http://schemas.openxmlformats.org/officeDocument/2006/relationships/hyperlink" Target="https://www.freepik.com/icon/body_16487673#fromView=search&amp;page=1&amp;position=37&amp;uuid=7a41290c-42dd-49f9-879a-52e1b7929e55" TargetMode="External"/><Relationship Id="rId4" Type="http://schemas.openxmlformats.org/officeDocument/2006/relationships/hyperlink" Target="https://www.freepik.com/icon/map_15940462#fromView=search&amp;page=1&amp;position=19&amp;uuid=9f4f097d-77b4-47ac-826d-d798be6b573d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ta.wikimedia.org/wiki/File:Pokebola-pokeball-png-0.png" TargetMode="External"/><Relationship Id="rId3" Type="http://schemas.openxmlformats.org/officeDocument/2006/relationships/hyperlink" Target="https://www.freepik.com/icon/body_16487673#fromView=search&amp;page=1&amp;position=37&amp;uuid=7a41290c-42dd-49f9-879a-52e1b7929e55" TargetMode="External"/><Relationship Id="rId4" Type="http://schemas.openxmlformats.org/officeDocument/2006/relationships/hyperlink" Target="https://www.freepik.com/icon/map_15940462#fromView=search&amp;page=1&amp;position=19&amp;uuid=9f4f097d-77b4-47ac-826d-d798be6b573d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pute.vib.be/pun/sys/dashboard/custom/modules" TargetMode="Externa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vib-tcp/introduction_2_HPC/blob/main/code/example_slurm/slurm_vib.sh" TargetMode="Externa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vscentrum.be/jobs/slurm_pbs_comparison.html" TargetMode="Externa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088392996_2_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https://www.freepik.com/free-photo/data-center-with-server-racks-corridor-room-3d-render-digital-data-cloud-technology_20668653.htm#fromView=search&amp;page=1&amp;position=2&amp;uuid=a9b2d649-42d2-4466-848d-a7f1f1c30340&amp;query=servers</a:t>
            </a:r>
            <a:endParaRPr/>
          </a:p>
        </p:txBody>
      </p:sp>
      <p:sp>
        <p:nvSpPr>
          <p:cNvPr id="441" name="Google Shape;441;g34088392996_2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2139ad29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42139ad29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8bd3a1b6a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38bd3a1b6a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42139ad29a_1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https://www.vscentrum.be/compute</a:t>
            </a:r>
            <a:endParaRPr/>
          </a:p>
        </p:txBody>
      </p:sp>
      <p:sp>
        <p:nvSpPr>
          <p:cNvPr id="474" name="Google Shape;474;g342139ad29a_1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42139ad29a_1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42139ad29a_1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42139ad29a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42139ad29a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42fdf481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42fdf481d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38bd3a1b6a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38bd3a1b6a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2139ad29a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42139ad29a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42fdf481d3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42fdf481d3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42fdf481d3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42fdf481d3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42fdf481d3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42fdf481d3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42fdf481d3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42fdf481d3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42fdf481d3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42fdf481d3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434b55cf11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434b55cf11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434b55cf11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434b55cf11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42fdf481d3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https://www.freepik.com/icon/home_738822#fromView=search&amp;page=1&amp;position=2&amp;uuid=2cf5ecab-7b68-4be4-8b58-ade72f18b7ff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https://www.freepik.com/icon/database_2351573#fromView=search&amp;page=2&amp;position=43&amp;uuid=3967281a-e595-4993-a1a1-5a96b8931281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https://www.freepik.com/icon/schedule_16921098#fromView=search&amp;page=1&amp;position=64&amp;uuid=772ccc1f-4dd5-468b-9e80-e5ad162ba517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42fdf481d3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43f55c7fad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43f55c7fad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43f55c7fa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43f55c7fa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43f55c7fad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43f55c7fad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43f55c7fa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43f55c7fa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42139ad29a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42139ad29a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42139ad29a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42139ad29a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434b55cf11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434b55cf11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434b55cf11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434b55cf11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434b55cf11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https://www.freepik.com/icon/hosting_8712787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https://www.freepik.com/icon/folder_13194314#fromView=search&amp;page=1&amp;position=2&amp;uuid=6b74e9e2-e694-4572-9582-4b97ba9ff542</a:t>
            </a:r>
            <a:r>
              <a:rPr lang="en"/>
              <a:t> </a:t>
            </a:r>
            <a:endParaRPr/>
          </a:p>
        </p:txBody>
      </p:sp>
      <p:sp>
        <p:nvSpPr>
          <p:cNvPr id="850" name="Google Shape;850;g3434b55cf11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434b55cf11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https://meta.wikimedia.org/wiki/File:Pokebola-pokeball-png-0.png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https://www.freepik.com/icon/body_16487673#fromView=search&amp;page=1&amp;position=37&amp;uuid=7a41290c-42dd-49f9-879a-52e1b7929e55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https://www.freepik.com/icon/map_15940462#fromView=search&amp;page=1&amp;position=19&amp;uuid=9f4f097d-77b4-47ac-826d-d798be6b573d</a:t>
            </a:r>
            <a:r>
              <a:rPr lang="en"/>
              <a:t> </a:t>
            </a:r>
            <a:endParaRPr/>
          </a:p>
        </p:txBody>
      </p:sp>
      <p:sp>
        <p:nvSpPr>
          <p:cNvPr id="868" name="Google Shape;868;g3434b55cf11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435284353f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https://meta.wikimedia.org/wiki/File:Pokebola-pokeball-png-0.png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https://www.freepik.com/icon/body_16487673#fromView=search&amp;page=1&amp;position=37&amp;uuid=7a41290c-42dd-49f9-879a-52e1b7929e55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https://www.freepik.com/icon/map_15940462#fromView=search&amp;page=1&amp;position=19&amp;uuid=9f4f097d-77b4-47ac-826d-d798be6b573d</a:t>
            </a:r>
            <a:r>
              <a:rPr lang="en"/>
              <a:t> </a:t>
            </a:r>
            <a:endParaRPr/>
          </a:p>
        </p:txBody>
      </p:sp>
      <p:sp>
        <p:nvSpPr>
          <p:cNvPr id="883" name="Google Shape;883;g3435284353f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434b55cf11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434b55cf11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434b55cf11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434b55cf11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43f55c7fad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43f55c7fad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43f55c7fa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43f55c7fa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43f55c7fa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43f55c7fa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43f55c7fa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43f55c7fa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43f55c7fa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43f55c7fa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43f55c7fad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43f55c7fad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43f55c7fad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43f55c7fad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38bd3a1b6a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g338bd3a1b6a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38bd3a1b6a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g338bd3a1b6a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38bd3a1b6a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g338bd3a1b6a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8da5eb0f80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https://smallstep.com/cli/index.html</a:t>
            </a:r>
            <a:endParaRPr/>
          </a:p>
        </p:txBody>
      </p:sp>
      <p:sp>
        <p:nvSpPr>
          <p:cNvPr id="1159" name="Google Shape;1159;g38da5eb0f80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8da5eb0f8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g38da5eb0f8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8da5eb0f80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g38da5eb0f80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43f55c7fad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343f55c7fad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43f55c7fad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343f55c7fad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43f55c7fad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343f55c7fad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43f55c7fad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343f55c7fad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43f55c7fad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343f55c7fad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https://www.freepik.com/icon/key_15849555#fromView=search&amp;page=1&amp;position=39&amp;uuid=aac9eae4-b934-40d8-bbb7-78877baeb5cc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43f55c7fad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43f55c7fad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43f55c7fad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43f55c7fad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43f55c7fad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343f55c7fad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43f55c7fad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43f55c7fad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38bd3a1b6a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g338bd3a1b6a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38bd3a1b6a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g338bd3a1b6a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43f55c7fad_0_7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g343f55c7fad_0_7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43f55c7fad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43f55c7fad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https://www.freepik.com/free-vector/code-review-concept-illustration_10733828.htm#fromView=search&amp;page=1&amp;position=39&amp;uuid=159caae4-0f4e-41b2-bfe1-70e8f133ae86&amp;query=inspecting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43f55c7fad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43f55c7fad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https://www.freepik.com/free-vector/code-review-concept-illustration_10733828.htm#fromView=search&amp;page=1&amp;position=39&amp;uuid=159caae4-0f4e-41b2-bfe1-70e8f133ae86&amp;query=inspecting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343f55c7fad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343f55c7fad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https://www.freepik.com/free-vector/code-review-concept-illustration_10733828.htm#fromView=search&amp;page=1&amp;position=39&amp;uuid=159caae4-0f4e-41b2-bfe1-70e8f133ae86&amp;query=inspecting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38dddd6aea0_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38dddd6aea0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https://compute.vib.be/pun/sys/dashboard/custom/modules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https://www.freepik.com/free-vector/code-review-concept-illustration_10733828.htm#fromView=search&amp;page=1&amp;position=39&amp;uuid=159caae4-0f4e-41b2-bfe1-70e8f133ae86&amp;query=inspecting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435284353f_3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g3435284353f_3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43f55c7fad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43f55c7fad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3435284353f_3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g3435284353f_3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45bf7459d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45bf7459d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345bf7459d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345bf7459d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345bf7459d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345bf7459d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45bf7459d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345bf7459d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45bf7459d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345bf7459d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2"/>
              </a:rPr>
              <a:t>https://github.com/vib-tcp/introduction_2_HPC/blob/main/code/example_slurm/slurm_vib.sh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45bf7459d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345bf7459d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45bf7459d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345bf7459d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https://docs.vscentrum.be/jobs/slurm_pbs_comparison.html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38da5eb0f80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g38da5eb0f80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38da5eb0f80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g38da5eb0f80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34088392996_2_6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g34088392996_2_6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34088392996_2_3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g34088392996_2_3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11" Type="http://schemas.openxmlformats.org/officeDocument/2006/relationships/image" Target="../media/image13.png"/><Relationship Id="rId10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Layouts/_rels/slideLayout20.xml.rels><?xml version="1.0" encoding="UTF-8" standalone="yes"?><Relationships xmlns="http://schemas.openxmlformats.org/package/2006/relationships"><Relationship Id="rId40" Type="http://schemas.openxmlformats.org/officeDocument/2006/relationships/image" Target="../media/image79.png"/><Relationship Id="rId42" Type="http://schemas.openxmlformats.org/officeDocument/2006/relationships/image" Target="../media/image66.png"/><Relationship Id="rId41" Type="http://schemas.openxmlformats.org/officeDocument/2006/relationships/image" Target="../media/image72.png"/><Relationship Id="rId44" Type="http://schemas.openxmlformats.org/officeDocument/2006/relationships/image" Target="../media/image62.png"/><Relationship Id="rId43" Type="http://schemas.openxmlformats.org/officeDocument/2006/relationships/image" Target="../media/image56.png"/><Relationship Id="rId46" Type="http://schemas.openxmlformats.org/officeDocument/2006/relationships/image" Target="../media/image51.png"/><Relationship Id="rId45" Type="http://schemas.openxmlformats.org/officeDocument/2006/relationships/image" Target="../media/image53.png"/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22.png"/><Relationship Id="rId48" Type="http://schemas.openxmlformats.org/officeDocument/2006/relationships/image" Target="../media/image68.png"/><Relationship Id="rId47" Type="http://schemas.openxmlformats.org/officeDocument/2006/relationships/image" Target="../media/image54.png"/><Relationship Id="rId49" Type="http://schemas.openxmlformats.org/officeDocument/2006/relationships/image" Target="../media/image60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Relationship Id="rId8" Type="http://schemas.openxmlformats.org/officeDocument/2006/relationships/image" Target="../media/image26.png"/><Relationship Id="rId72" Type="http://schemas.openxmlformats.org/officeDocument/2006/relationships/image" Target="../media/image76.png"/><Relationship Id="rId31" Type="http://schemas.openxmlformats.org/officeDocument/2006/relationships/image" Target="../media/image42.png"/><Relationship Id="rId30" Type="http://schemas.openxmlformats.org/officeDocument/2006/relationships/image" Target="../media/image45.png"/><Relationship Id="rId33" Type="http://schemas.openxmlformats.org/officeDocument/2006/relationships/image" Target="../media/image50.png"/><Relationship Id="rId32" Type="http://schemas.openxmlformats.org/officeDocument/2006/relationships/image" Target="../media/image41.png"/><Relationship Id="rId35" Type="http://schemas.openxmlformats.org/officeDocument/2006/relationships/image" Target="../media/image57.png"/><Relationship Id="rId34" Type="http://schemas.openxmlformats.org/officeDocument/2006/relationships/image" Target="../media/image35.png"/><Relationship Id="rId71" Type="http://schemas.openxmlformats.org/officeDocument/2006/relationships/image" Target="../media/image85.png"/><Relationship Id="rId70" Type="http://schemas.openxmlformats.org/officeDocument/2006/relationships/image" Target="../media/image80.png"/><Relationship Id="rId37" Type="http://schemas.openxmlformats.org/officeDocument/2006/relationships/image" Target="../media/image49.png"/><Relationship Id="rId36" Type="http://schemas.openxmlformats.org/officeDocument/2006/relationships/image" Target="../media/image43.png"/><Relationship Id="rId39" Type="http://schemas.openxmlformats.org/officeDocument/2006/relationships/image" Target="../media/image58.png"/><Relationship Id="rId38" Type="http://schemas.openxmlformats.org/officeDocument/2006/relationships/image" Target="../media/image38.png"/><Relationship Id="rId62" Type="http://schemas.openxmlformats.org/officeDocument/2006/relationships/image" Target="../media/image73.png"/><Relationship Id="rId61" Type="http://schemas.openxmlformats.org/officeDocument/2006/relationships/image" Target="../media/image91.png"/><Relationship Id="rId20" Type="http://schemas.openxmlformats.org/officeDocument/2006/relationships/image" Target="../media/image36.png"/><Relationship Id="rId64" Type="http://schemas.openxmlformats.org/officeDocument/2006/relationships/image" Target="../media/image70.png"/><Relationship Id="rId63" Type="http://schemas.openxmlformats.org/officeDocument/2006/relationships/image" Target="../media/image71.png"/><Relationship Id="rId22" Type="http://schemas.openxmlformats.org/officeDocument/2006/relationships/image" Target="../media/image33.png"/><Relationship Id="rId66" Type="http://schemas.openxmlformats.org/officeDocument/2006/relationships/image" Target="../media/image75.png"/><Relationship Id="rId21" Type="http://schemas.openxmlformats.org/officeDocument/2006/relationships/image" Target="../media/image39.png"/><Relationship Id="rId65" Type="http://schemas.openxmlformats.org/officeDocument/2006/relationships/image" Target="../media/image84.png"/><Relationship Id="rId24" Type="http://schemas.openxmlformats.org/officeDocument/2006/relationships/image" Target="../media/image32.png"/><Relationship Id="rId68" Type="http://schemas.openxmlformats.org/officeDocument/2006/relationships/image" Target="../media/image78.png"/><Relationship Id="rId23" Type="http://schemas.openxmlformats.org/officeDocument/2006/relationships/image" Target="../media/image44.png"/><Relationship Id="rId67" Type="http://schemas.openxmlformats.org/officeDocument/2006/relationships/image" Target="../media/image83.png"/><Relationship Id="rId60" Type="http://schemas.openxmlformats.org/officeDocument/2006/relationships/image" Target="../media/image86.png"/><Relationship Id="rId26" Type="http://schemas.openxmlformats.org/officeDocument/2006/relationships/image" Target="../media/image48.png"/><Relationship Id="rId25" Type="http://schemas.openxmlformats.org/officeDocument/2006/relationships/image" Target="../media/image40.png"/><Relationship Id="rId69" Type="http://schemas.openxmlformats.org/officeDocument/2006/relationships/image" Target="../media/image100.png"/><Relationship Id="rId28" Type="http://schemas.openxmlformats.org/officeDocument/2006/relationships/image" Target="../media/image37.png"/><Relationship Id="rId27" Type="http://schemas.openxmlformats.org/officeDocument/2006/relationships/image" Target="../media/image47.png"/><Relationship Id="rId29" Type="http://schemas.openxmlformats.org/officeDocument/2006/relationships/image" Target="../media/image52.png"/><Relationship Id="rId51" Type="http://schemas.openxmlformats.org/officeDocument/2006/relationships/image" Target="../media/image55.png"/><Relationship Id="rId50" Type="http://schemas.openxmlformats.org/officeDocument/2006/relationships/image" Target="../media/image59.png"/><Relationship Id="rId53" Type="http://schemas.openxmlformats.org/officeDocument/2006/relationships/image" Target="../media/image74.png"/><Relationship Id="rId52" Type="http://schemas.openxmlformats.org/officeDocument/2006/relationships/image" Target="../media/image77.png"/><Relationship Id="rId11" Type="http://schemas.openxmlformats.org/officeDocument/2006/relationships/image" Target="../media/image23.png"/><Relationship Id="rId55" Type="http://schemas.openxmlformats.org/officeDocument/2006/relationships/image" Target="../media/image63.png"/><Relationship Id="rId10" Type="http://schemas.openxmlformats.org/officeDocument/2006/relationships/image" Target="../media/image46.png"/><Relationship Id="rId54" Type="http://schemas.openxmlformats.org/officeDocument/2006/relationships/image" Target="../media/image69.png"/><Relationship Id="rId13" Type="http://schemas.openxmlformats.org/officeDocument/2006/relationships/image" Target="../media/image25.png"/><Relationship Id="rId57" Type="http://schemas.openxmlformats.org/officeDocument/2006/relationships/image" Target="../media/image65.png"/><Relationship Id="rId12" Type="http://schemas.openxmlformats.org/officeDocument/2006/relationships/image" Target="../media/image31.png"/><Relationship Id="rId56" Type="http://schemas.openxmlformats.org/officeDocument/2006/relationships/image" Target="../media/image67.png"/><Relationship Id="rId15" Type="http://schemas.openxmlformats.org/officeDocument/2006/relationships/image" Target="../media/image34.png"/><Relationship Id="rId59" Type="http://schemas.openxmlformats.org/officeDocument/2006/relationships/image" Target="../media/image61.png"/><Relationship Id="rId14" Type="http://schemas.openxmlformats.org/officeDocument/2006/relationships/image" Target="../media/image27.png"/><Relationship Id="rId58" Type="http://schemas.openxmlformats.org/officeDocument/2006/relationships/image" Target="../media/image64.png"/><Relationship Id="rId17" Type="http://schemas.openxmlformats.org/officeDocument/2006/relationships/image" Target="../media/image24.png"/><Relationship Id="rId16" Type="http://schemas.openxmlformats.org/officeDocument/2006/relationships/image" Target="../media/image30.png"/><Relationship Id="rId19" Type="http://schemas.openxmlformats.org/officeDocument/2006/relationships/image" Target="../media/image29.png"/><Relationship Id="rId18" Type="http://schemas.openxmlformats.org/officeDocument/2006/relationships/image" Target="../media/image21.png"/></Relationships>
</file>

<file path=ppt/slideLayouts/_rels/slideLayout21.xml.rels><?xml version="1.0" encoding="UTF-8" standalone="yes"?><Relationships xmlns="http://schemas.openxmlformats.org/package/2006/relationships"><Relationship Id="rId40" Type="http://schemas.openxmlformats.org/officeDocument/2006/relationships/image" Target="../media/image141.png"/><Relationship Id="rId42" Type="http://schemas.openxmlformats.org/officeDocument/2006/relationships/image" Target="../media/image121.png"/><Relationship Id="rId41" Type="http://schemas.openxmlformats.org/officeDocument/2006/relationships/image" Target="../media/image119.png"/><Relationship Id="rId44" Type="http://schemas.openxmlformats.org/officeDocument/2006/relationships/image" Target="../media/image120.png"/><Relationship Id="rId43" Type="http://schemas.openxmlformats.org/officeDocument/2006/relationships/image" Target="../media/image118.png"/><Relationship Id="rId46" Type="http://schemas.openxmlformats.org/officeDocument/2006/relationships/image" Target="../media/image135.png"/><Relationship Id="rId45" Type="http://schemas.openxmlformats.org/officeDocument/2006/relationships/image" Target="../media/image128.png"/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2.png"/><Relationship Id="rId3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7.png"/><Relationship Id="rId48" Type="http://schemas.openxmlformats.org/officeDocument/2006/relationships/image" Target="../media/image131.png"/><Relationship Id="rId47" Type="http://schemas.openxmlformats.org/officeDocument/2006/relationships/image" Target="../media/image124.png"/><Relationship Id="rId49" Type="http://schemas.openxmlformats.org/officeDocument/2006/relationships/image" Target="../media/image133.png"/><Relationship Id="rId5" Type="http://schemas.openxmlformats.org/officeDocument/2006/relationships/image" Target="../media/image89.png"/><Relationship Id="rId6" Type="http://schemas.openxmlformats.org/officeDocument/2006/relationships/image" Target="../media/image92.png"/><Relationship Id="rId7" Type="http://schemas.openxmlformats.org/officeDocument/2006/relationships/image" Target="../media/image81.png"/><Relationship Id="rId8" Type="http://schemas.openxmlformats.org/officeDocument/2006/relationships/image" Target="../media/image101.png"/><Relationship Id="rId31" Type="http://schemas.openxmlformats.org/officeDocument/2006/relationships/image" Target="../media/image113.png"/><Relationship Id="rId30" Type="http://schemas.openxmlformats.org/officeDocument/2006/relationships/image" Target="../media/image106.png"/><Relationship Id="rId33" Type="http://schemas.openxmlformats.org/officeDocument/2006/relationships/image" Target="../media/image112.png"/><Relationship Id="rId32" Type="http://schemas.openxmlformats.org/officeDocument/2006/relationships/image" Target="../media/image122.png"/><Relationship Id="rId35" Type="http://schemas.openxmlformats.org/officeDocument/2006/relationships/image" Target="../media/image107.png"/><Relationship Id="rId34" Type="http://schemas.openxmlformats.org/officeDocument/2006/relationships/image" Target="../media/image125.png"/><Relationship Id="rId37" Type="http://schemas.openxmlformats.org/officeDocument/2006/relationships/image" Target="../media/image114.png"/><Relationship Id="rId36" Type="http://schemas.openxmlformats.org/officeDocument/2006/relationships/image" Target="../media/image115.png"/><Relationship Id="rId39" Type="http://schemas.openxmlformats.org/officeDocument/2006/relationships/image" Target="../media/image142.png"/><Relationship Id="rId38" Type="http://schemas.openxmlformats.org/officeDocument/2006/relationships/image" Target="../media/image129.png"/><Relationship Id="rId61" Type="http://schemas.openxmlformats.org/officeDocument/2006/relationships/image" Target="../media/image152.png"/><Relationship Id="rId20" Type="http://schemas.openxmlformats.org/officeDocument/2006/relationships/image" Target="../media/image111.png"/><Relationship Id="rId22" Type="http://schemas.openxmlformats.org/officeDocument/2006/relationships/image" Target="../media/image105.png"/><Relationship Id="rId21" Type="http://schemas.openxmlformats.org/officeDocument/2006/relationships/image" Target="../media/image98.png"/><Relationship Id="rId24" Type="http://schemas.openxmlformats.org/officeDocument/2006/relationships/image" Target="../media/image102.png"/><Relationship Id="rId23" Type="http://schemas.openxmlformats.org/officeDocument/2006/relationships/image" Target="../media/image116.png"/><Relationship Id="rId60" Type="http://schemas.openxmlformats.org/officeDocument/2006/relationships/image" Target="../media/image136.png"/><Relationship Id="rId26" Type="http://schemas.openxmlformats.org/officeDocument/2006/relationships/image" Target="../media/image123.png"/><Relationship Id="rId25" Type="http://schemas.openxmlformats.org/officeDocument/2006/relationships/image" Target="../media/image127.png"/><Relationship Id="rId28" Type="http://schemas.openxmlformats.org/officeDocument/2006/relationships/image" Target="../media/image117.png"/><Relationship Id="rId27" Type="http://schemas.openxmlformats.org/officeDocument/2006/relationships/image" Target="../media/image109.png"/><Relationship Id="rId29" Type="http://schemas.openxmlformats.org/officeDocument/2006/relationships/image" Target="../media/image108.png"/><Relationship Id="rId51" Type="http://schemas.openxmlformats.org/officeDocument/2006/relationships/image" Target="../media/image134.png"/><Relationship Id="rId50" Type="http://schemas.openxmlformats.org/officeDocument/2006/relationships/image" Target="../media/image137.png"/><Relationship Id="rId53" Type="http://schemas.openxmlformats.org/officeDocument/2006/relationships/image" Target="../media/image138.png"/><Relationship Id="rId52" Type="http://schemas.openxmlformats.org/officeDocument/2006/relationships/image" Target="../media/image132.png"/><Relationship Id="rId11" Type="http://schemas.openxmlformats.org/officeDocument/2006/relationships/image" Target="../media/image126.png"/><Relationship Id="rId55" Type="http://schemas.openxmlformats.org/officeDocument/2006/relationships/image" Target="../media/image139.png"/><Relationship Id="rId10" Type="http://schemas.openxmlformats.org/officeDocument/2006/relationships/image" Target="../media/image99.png"/><Relationship Id="rId54" Type="http://schemas.openxmlformats.org/officeDocument/2006/relationships/image" Target="../media/image140.png"/><Relationship Id="rId13" Type="http://schemas.openxmlformats.org/officeDocument/2006/relationships/image" Target="../media/image90.png"/><Relationship Id="rId57" Type="http://schemas.openxmlformats.org/officeDocument/2006/relationships/image" Target="../media/image148.png"/><Relationship Id="rId12" Type="http://schemas.openxmlformats.org/officeDocument/2006/relationships/image" Target="../media/image103.png"/><Relationship Id="rId56" Type="http://schemas.openxmlformats.org/officeDocument/2006/relationships/image" Target="../media/image130.png"/><Relationship Id="rId15" Type="http://schemas.openxmlformats.org/officeDocument/2006/relationships/image" Target="../media/image94.png"/><Relationship Id="rId59" Type="http://schemas.openxmlformats.org/officeDocument/2006/relationships/image" Target="../media/image144.png"/><Relationship Id="rId14" Type="http://schemas.openxmlformats.org/officeDocument/2006/relationships/image" Target="../media/image96.png"/><Relationship Id="rId58" Type="http://schemas.openxmlformats.org/officeDocument/2006/relationships/image" Target="../media/image147.png"/><Relationship Id="rId17" Type="http://schemas.openxmlformats.org/officeDocument/2006/relationships/image" Target="../media/image95.png"/><Relationship Id="rId16" Type="http://schemas.openxmlformats.org/officeDocument/2006/relationships/image" Target="../media/image93.png"/><Relationship Id="rId19" Type="http://schemas.openxmlformats.org/officeDocument/2006/relationships/image" Target="../media/image110.png"/><Relationship Id="rId18" Type="http://schemas.openxmlformats.org/officeDocument/2006/relationships/image" Target="../media/image10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3.png"/><Relationship Id="rId3" Type="http://schemas.openxmlformats.org/officeDocument/2006/relationships/image" Target="../media/image163.png"/><Relationship Id="rId4" Type="http://schemas.openxmlformats.org/officeDocument/2006/relationships/image" Target="../media/image151.png"/><Relationship Id="rId9" Type="http://schemas.openxmlformats.org/officeDocument/2006/relationships/image" Target="../media/image146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3.png"/><Relationship Id="rId8" Type="http://schemas.openxmlformats.org/officeDocument/2006/relationships/image" Target="../media/image157.png"/><Relationship Id="rId11" Type="http://schemas.openxmlformats.org/officeDocument/2006/relationships/image" Target="../media/image145.png"/><Relationship Id="rId10" Type="http://schemas.openxmlformats.org/officeDocument/2006/relationships/image" Target="../media/image15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pictures title">
  <p:cSld name="Small pictures title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000" y="216000"/>
            <a:ext cx="685800" cy="3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593997" y="1654865"/>
            <a:ext cx="4212000" cy="146956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rebuchet MS"/>
              <a:buNone/>
              <a:defRPr b="1" i="0" sz="35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93997" y="4642187"/>
            <a:ext cx="4212000" cy="2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594122" y="3776663"/>
            <a:ext cx="4212431" cy="72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48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845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845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3" type="body"/>
          </p:nvPr>
        </p:nvSpPr>
        <p:spPr>
          <a:xfrm>
            <a:off x="593998" y="3200400"/>
            <a:ext cx="4212557" cy="5214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48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845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845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grpSp>
        <p:nvGrpSpPr>
          <p:cNvPr id="65" name="Google Shape;65;p14"/>
          <p:cNvGrpSpPr/>
          <p:nvPr/>
        </p:nvGrpSpPr>
        <p:grpSpPr>
          <a:xfrm>
            <a:off x="5714963" y="6927"/>
            <a:ext cx="3429038" cy="5143499"/>
            <a:chOff x="3577077" y="-168237"/>
            <a:chExt cx="4572050" cy="6857999"/>
          </a:xfrm>
        </p:grpSpPr>
        <p:sp>
          <p:nvSpPr>
            <p:cNvPr id="66" name="Google Shape;66;p14"/>
            <p:cNvSpPr/>
            <p:nvPr/>
          </p:nvSpPr>
          <p:spPr>
            <a:xfrm>
              <a:off x="5863102" y="4403737"/>
              <a:ext cx="2286025" cy="2286025"/>
            </a:xfrm>
            <a:custGeom>
              <a:rect b="b" l="l" r="r" t="t"/>
              <a:pathLst>
                <a:path extrusionOk="0" h="2286025" w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D1E4F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 rot="2700000">
              <a:off x="6197884" y="2452571"/>
              <a:ext cx="1616456" cy="1616456"/>
            </a:xfrm>
            <a:custGeom>
              <a:rect b="b" l="l" r="r" t="t"/>
              <a:pathLst>
                <a:path extrusionOk="0" h="1616456" w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rgbClr val="D1E4F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3577077" y="2117470"/>
              <a:ext cx="2286025" cy="2286025"/>
            </a:xfrm>
            <a:custGeom>
              <a:rect b="b" l="l" r="r" t="t"/>
              <a:pathLst>
                <a:path extrusionOk="0" h="2286025" w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D1E4F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3577077" y="-168237"/>
              <a:ext cx="2286025" cy="2286025"/>
            </a:xfrm>
            <a:custGeom>
              <a:rect b="b" l="l" r="r" t="t"/>
              <a:pathLst>
                <a:path extrusionOk="0" h="2286025" w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D1E4F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3577077" y="4403509"/>
              <a:ext cx="2286024" cy="1143012"/>
            </a:xfrm>
            <a:custGeom>
              <a:rect b="b" l="l" r="r" t="t"/>
              <a:pathLst>
                <a:path extrusionOk="0" h="1143012" w="2286024">
                  <a:moveTo>
                    <a:pt x="2286025" y="1143012"/>
                  </a:moveTo>
                  <a:lnTo>
                    <a:pt x="0" y="1143012"/>
                  </a:lnTo>
                  <a:cubicBezTo>
                    <a:pt x="0" y="511772"/>
                    <a:pt x="511784" y="0"/>
                    <a:pt x="1143012" y="0"/>
                  </a:cubicBezTo>
                  <a:cubicBezTo>
                    <a:pt x="1774241" y="0"/>
                    <a:pt x="2286025" y="511772"/>
                    <a:pt x="2286025" y="1143012"/>
                  </a:cubicBezTo>
                  <a:close/>
                </a:path>
              </a:pathLst>
            </a:custGeom>
            <a:solidFill>
              <a:srgbClr val="D1E4F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5863102" y="974214"/>
              <a:ext cx="2286025" cy="1143015"/>
            </a:xfrm>
            <a:custGeom>
              <a:rect b="b" l="l" r="r" t="t"/>
              <a:pathLst>
                <a:path extrusionOk="0" h="1143015" w="2286025">
                  <a:moveTo>
                    <a:pt x="0" y="1143015"/>
                  </a:moveTo>
                  <a:lnTo>
                    <a:pt x="2286026" y="1143015"/>
                  </a:lnTo>
                  <a:lnTo>
                    <a:pt x="1143013" y="0"/>
                  </a:lnTo>
                  <a:lnTo>
                    <a:pt x="0" y="1143015"/>
                  </a:lnTo>
                  <a:close/>
                </a:path>
              </a:pathLst>
            </a:custGeom>
            <a:solidFill>
              <a:srgbClr val="D1E4F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72" name="Google Shape;72;p14"/>
          <p:cNvSpPr/>
          <p:nvPr>
            <p:ph idx="4" type="pic"/>
          </p:nvPr>
        </p:nvSpPr>
        <p:spPr>
          <a:xfrm>
            <a:off x="5711517" y="1716868"/>
            <a:ext cx="17145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4"/>
          <p:cNvSpPr/>
          <p:nvPr>
            <p:ph idx="5" type="pic"/>
          </p:nvPr>
        </p:nvSpPr>
        <p:spPr>
          <a:xfrm>
            <a:off x="7426017" y="3442646"/>
            <a:ext cx="1714500" cy="171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14"/>
          <p:cNvSpPr/>
          <p:nvPr>
            <p:ph idx="6" type="pic"/>
          </p:nvPr>
        </p:nvSpPr>
        <p:spPr>
          <a:xfrm>
            <a:off x="7426017" y="1712499"/>
            <a:ext cx="1714500" cy="1714500"/>
          </a:xfrm>
          <a:prstGeom prst="diamond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">
  <p:cSld name="Light titl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7430376" y="3428981"/>
            <a:ext cx="1714519" cy="1714519"/>
          </a:xfrm>
          <a:custGeom>
            <a:rect b="b" l="l" r="r" t="t"/>
            <a:pathLst>
              <a:path extrusionOk="0" h="2286025" w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1" y="1774281"/>
                  <a:pt x="1" y="1143013"/>
                </a:cubicBezTo>
                <a:cubicBezTo>
                  <a:pt x="1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14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" name="Google Shape;77;p15"/>
          <p:cNvSpPr/>
          <p:nvPr/>
        </p:nvSpPr>
        <p:spPr>
          <a:xfrm rot="2700000">
            <a:off x="7681463" y="1965606"/>
            <a:ext cx="1212342" cy="1212342"/>
          </a:xfrm>
          <a:custGeom>
            <a:rect b="b" l="l" r="r" t="t"/>
            <a:pathLst>
              <a:path extrusionOk="0" h="1616456" w="1616456">
                <a:moveTo>
                  <a:pt x="0" y="0"/>
                </a:moveTo>
                <a:lnTo>
                  <a:pt x="1616457" y="0"/>
                </a:lnTo>
                <a:lnTo>
                  <a:pt x="1616457" y="1616457"/>
                </a:lnTo>
                <a:lnTo>
                  <a:pt x="0" y="16164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715857" y="1714280"/>
            <a:ext cx="1714519" cy="1714519"/>
          </a:xfrm>
          <a:custGeom>
            <a:rect b="b" l="l" r="r" t="t"/>
            <a:pathLst>
              <a:path extrusionOk="0" h="2286025" w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123F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715857" y="0"/>
            <a:ext cx="1714519" cy="1714519"/>
          </a:xfrm>
          <a:custGeom>
            <a:rect b="b" l="l" r="r" t="t"/>
            <a:pathLst>
              <a:path extrusionOk="0" h="2286025" w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0" y="1774281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3A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715857" y="3428810"/>
            <a:ext cx="1714518" cy="857259"/>
          </a:xfrm>
          <a:custGeom>
            <a:rect b="b" l="l" r="r" t="t"/>
            <a:pathLst>
              <a:path extrusionOk="0" h="1143012" w="2286024">
                <a:moveTo>
                  <a:pt x="2286025" y="1143012"/>
                </a:moveTo>
                <a:lnTo>
                  <a:pt x="0" y="1143012"/>
                </a:lnTo>
                <a:cubicBezTo>
                  <a:pt x="0" y="511772"/>
                  <a:pt x="511784" y="0"/>
                  <a:pt x="1143012" y="0"/>
                </a:cubicBezTo>
                <a:cubicBezTo>
                  <a:pt x="1774241" y="0"/>
                  <a:pt x="2286025" y="511772"/>
                  <a:pt x="2286025" y="1143012"/>
                </a:cubicBezTo>
                <a:close/>
              </a:path>
            </a:pathLst>
          </a:custGeom>
          <a:solidFill>
            <a:srgbClr val="EE64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7430376" y="856838"/>
            <a:ext cx="1714519" cy="857261"/>
          </a:xfrm>
          <a:custGeom>
            <a:rect b="b" l="l" r="r" t="t"/>
            <a:pathLst>
              <a:path extrusionOk="0" h="1143015" w="2286025">
                <a:moveTo>
                  <a:pt x="0" y="1143015"/>
                </a:moveTo>
                <a:lnTo>
                  <a:pt x="2286026" y="1143015"/>
                </a:lnTo>
                <a:lnTo>
                  <a:pt x="1143013" y="0"/>
                </a:lnTo>
                <a:lnTo>
                  <a:pt x="0" y="1143015"/>
                </a:lnTo>
                <a:close/>
              </a:path>
            </a:pathLst>
          </a:custGeom>
          <a:solidFill>
            <a:srgbClr val="FBB7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3996" y="216000"/>
            <a:ext cx="685800" cy="3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>
            <p:ph idx="2" type="pic"/>
          </p:nvPr>
        </p:nvSpPr>
        <p:spPr>
          <a:xfrm>
            <a:off x="5470072" y="0"/>
            <a:ext cx="3673928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593997" y="1654865"/>
            <a:ext cx="4212000" cy="146956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rebuchet MS"/>
              <a:buNone/>
              <a:defRPr b="1" i="0" sz="35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593997" y="4642187"/>
            <a:ext cx="4212000" cy="2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3" type="body"/>
          </p:nvPr>
        </p:nvSpPr>
        <p:spPr>
          <a:xfrm>
            <a:off x="594122" y="3776663"/>
            <a:ext cx="4212431" cy="72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b="0" i="1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48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845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845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4" type="body"/>
          </p:nvPr>
        </p:nvSpPr>
        <p:spPr>
          <a:xfrm>
            <a:off x="593998" y="3200400"/>
            <a:ext cx="4212557" cy="5214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48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845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845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itle">
  <p:cSld name="Dark 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 rot="-8100000">
            <a:off x="5966948" y="2822834"/>
            <a:ext cx="1212341" cy="1212341"/>
          </a:xfrm>
          <a:custGeom>
            <a:rect b="b" l="l" r="r" t="t"/>
            <a:pathLst>
              <a:path extrusionOk="0" h="1616455" w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EE64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715861" y="1715056"/>
            <a:ext cx="1714519" cy="1714519"/>
          </a:xfrm>
          <a:custGeom>
            <a:rect b="b" l="l" r="r" t="t"/>
            <a:pathLst>
              <a:path extrusionOk="0" h="2286025" w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68398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715861" y="0"/>
            <a:ext cx="1714519" cy="1714519"/>
          </a:xfrm>
          <a:custGeom>
            <a:rect b="b" l="l" r="r" t="t"/>
            <a:pathLst>
              <a:path extrusionOk="0" h="2286025" w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00A3A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430381" y="3428804"/>
            <a:ext cx="1714519" cy="857260"/>
          </a:xfrm>
          <a:custGeom>
            <a:rect b="b" l="l" r="r" t="t"/>
            <a:pathLst>
              <a:path extrusionOk="0" h="1143013" w="2286025">
                <a:moveTo>
                  <a:pt x="2286026" y="1143012"/>
                </a:moveTo>
                <a:lnTo>
                  <a:pt x="0" y="1143014"/>
                </a:lnTo>
                <a:cubicBezTo>
                  <a:pt x="-1" y="511785"/>
                  <a:pt x="511783" y="0"/>
                  <a:pt x="1143012" y="0"/>
                </a:cubicBezTo>
                <a:cubicBezTo>
                  <a:pt x="1774241" y="0"/>
                  <a:pt x="2286026" y="511783"/>
                  <a:pt x="2286026" y="114301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7430381" y="856838"/>
            <a:ext cx="1714519" cy="857260"/>
          </a:xfrm>
          <a:custGeom>
            <a:rect b="b" l="l" r="r" t="t"/>
            <a:pathLst>
              <a:path extrusionOk="0" h="1143013" w="2286025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FBB7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7430376" y="1714280"/>
            <a:ext cx="1714527" cy="1714529"/>
          </a:xfrm>
          <a:custGeom>
            <a:rect b="b" l="l" r="r" t="t"/>
            <a:pathLst>
              <a:path extrusionOk="0" h="2286039" w="2286036">
                <a:moveTo>
                  <a:pt x="2286033" y="0"/>
                </a:moveTo>
                <a:lnTo>
                  <a:pt x="2286037" y="2286036"/>
                </a:lnTo>
                <a:lnTo>
                  <a:pt x="0" y="2286039"/>
                </a:lnTo>
                <a:lnTo>
                  <a:pt x="2286033" y="0"/>
                </a:lnTo>
                <a:close/>
              </a:path>
            </a:pathLst>
          </a:custGeom>
          <a:solidFill>
            <a:srgbClr val="00A14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3996" y="211413"/>
            <a:ext cx="685800" cy="3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>
            <p:ph type="title"/>
          </p:nvPr>
        </p:nvSpPr>
        <p:spPr>
          <a:xfrm>
            <a:off x="593997" y="1654865"/>
            <a:ext cx="4212000" cy="146956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rebuchet MS"/>
              <a:buNone/>
              <a:defRPr b="1" i="0" sz="35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593997" y="4642187"/>
            <a:ext cx="4212000" cy="2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2" type="body"/>
          </p:nvPr>
        </p:nvSpPr>
        <p:spPr>
          <a:xfrm>
            <a:off x="594122" y="3776663"/>
            <a:ext cx="4212431" cy="72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48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845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845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body"/>
          </p:nvPr>
        </p:nvSpPr>
        <p:spPr>
          <a:xfrm>
            <a:off x="593998" y="3200400"/>
            <a:ext cx="4212557" cy="5214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1E4F7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rgbClr val="D1E4F7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480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845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845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0" name="Google Shape;100;p16"/>
          <p:cNvSpPr/>
          <p:nvPr>
            <p:ph idx="4" type="pic"/>
          </p:nvPr>
        </p:nvSpPr>
        <p:spPr>
          <a:xfrm>
            <a:off x="5470072" y="0"/>
            <a:ext cx="3673928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chapter">
  <p:cSld name="Light chapt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3999" y="216001"/>
            <a:ext cx="685797" cy="3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062253" y="1724323"/>
            <a:ext cx="4118341" cy="171450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507AC2"/>
              </a:buClr>
              <a:buSzPts val="3000"/>
              <a:buFont typeface="Noto Sans Symbols"/>
              <a:buNone/>
              <a:defRPr b="1" i="0" sz="3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385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2385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2" type="body"/>
          </p:nvPr>
        </p:nvSpPr>
        <p:spPr>
          <a:xfrm>
            <a:off x="505541" y="1723859"/>
            <a:ext cx="3428981" cy="17145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507AC2"/>
              </a:buClr>
              <a:buSzPts val="3000"/>
              <a:buFont typeface="Noto Sans Symbols"/>
              <a:buNone/>
              <a:defRPr b="1" i="0" sz="3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385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2385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grpSp>
        <p:nvGrpSpPr>
          <p:cNvPr id="114" name="Google Shape;114;p18"/>
          <p:cNvGrpSpPr/>
          <p:nvPr/>
        </p:nvGrpSpPr>
        <p:grpSpPr>
          <a:xfrm>
            <a:off x="4879432" y="-393"/>
            <a:ext cx="4266467" cy="5153694"/>
            <a:chOff x="6476020" y="-9812"/>
            <a:chExt cx="5718513" cy="6907698"/>
          </a:xfrm>
        </p:grpSpPr>
        <p:sp>
          <p:nvSpPr>
            <p:cNvPr id="115" name="Google Shape;115;p18"/>
            <p:cNvSpPr/>
            <p:nvPr/>
          </p:nvSpPr>
          <p:spPr>
            <a:xfrm flipH="1">
              <a:off x="6476020" y="4608573"/>
              <a:ext cx="2289313" cy="2289313"/>
            </a:xfrm>
            <a:custGeom>
              <a:rect b="b" l="l" r="r" t="t"/>
              <a:pathLst>
                <a:path extrusionOk="0" h="2286036" w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cap="flat" cmpd="sng" w="9525">
              <a:solidFill>
                <a:srgbClr val="D1E4F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6" name="Google Shape;116;p18"/>
            <p:cNvSpPr/>
            <p:nvPr/>
          </p:nvSpPr>
          <p:spPr>
            <a:xfrm flipH="1">
              <a:off x="9893073" y="-8"/>
              <a:ext cx="2289302" cy="2289302"/>
            </a:xfrm>
            <a:custGeom>
              <a:rect b="b" l="l" r="r" t="t"/>
              <a:pathLst>
                <a:path extrusionOk="0" h="2286025" w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D1E4F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8765334" y="4581825"/>
              <a:ext cx="1144651" cy="2289302"/>
            </a:xfrm>
            <a:custGeom>
              <a:rect b="b" l="l" r="r" t="t"/>
              <a:pathLst>
                <a:path extrusionOk="0" h="2286025" w="1143013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D1E4F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8" name="Google Shape;118;p18"/>
            <p:cNvSpPr/>
            <p:nvPr/>
          </p:nvSpPr>
          <p:spPr>
            <a:xfrm flipH="1" rot="-2700000">
              <a:off x="7939042" y="325447"/>
              <a:ext cx="1618773" cy="1618773"/>
            </a:xfrm>
            <a:custGeom>
              <a:rect b="b" l="l" r="r" t="t"/>
              <a:pathLst>
                <a:path extrusionOk="0" h="1616456" w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cap="flat" cmpd="sng" w="9525">
              <a:solidFill>
                <a:srgbClr val="D1E4F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9905975" y="2295800"/>
              <a:ext cx="2286025" cy="2286025"/>
            </a:xfrm>
            <a:custGeom>
              <a:rect b="b" l="l" r="r" t="t"/>
              <a:pathLst>
                <a:path extrusionOk="0" h="2286025" w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cap="flat" cmpd="sng" w="9525">
              <a:solidFill>
                <a:srgbClr val="D1E4F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20" name="Google Shape;120;p18"/>
            <p:cNvSpPr/>
            <p:nvPr/>
          </p:nvSpPr>
          <p:spPr>
            <a:xfrm flipH="1">
              <a:off x="9905231" y="4581825"/>
              <a:ext cx="2289302" cy="2289302"/>
            </a:xfrm>
            <a:custGeom>
              <a:rect b="b" l="l" r="r" t="t"/>
              <a:pathLst>
                <a:path extrusionOk="0" h="2286025" w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D1E4F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">
  <p:cSld name="Chapter">
    <p:bg>
      <p:bgPr>
        <a:solidFill>
          <a:schemeClr val="dk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3999" y="216001"/>
            <a:ext cx="685796" cy="3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type="title"/>
          </p:nvPr>
        </p:nvSpPr>
        <p:spPr>
          <a:xfrm>
            <a:off x="594000" y="2571747"/>
            <a:ext cx="4212000" cy="19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  <a:defRPr b="1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4" name="Google Shape;124;p19"/>
          <p:cNvSpPr/>
          <p:nvPr/>
        </p:nvSpPr>
        <p:spPr>
          <a:xfrm>
            <a:off x="4739424" y="734783"/>
            <a:ext cx="1469574" cy="1469574"/>
          </a:xfrm>
          <a:custGeom>
            <a:rect b="b" l="l" r="r" t="t"/>
            <a:pathLst>
              <a:path extrusionOk="0" h="1959432" w="1959432">
                <a:moveTo>
                  <a:pt x="1959432" y="979716"/>
                </a:moveTo>
                <a:cubicBezTo>
                  <a:pt x="1959432" y="1520798"/>
                  <a:pt x="1520799" y="1959432"/>
                  <a:pt x="979716" y="1959432"/>
                </a:cubicBezTo>
                <a:cubicBezTo>
                  <a:pt x="438634" y="1959432"/>
                  <a:pt x="0" y="1520798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2" y="438634"/>
                  <a:pt x="1959432" y="979716"/>
                </a:cubicBez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9"/>
          <p:cNvSpPr/>
          <p:nvPr/>
        </p:nvSpPr>
        <p:spPr>
          <a:xfrm rot="-2700000">
            <a:off x="7890551" y="3889145"/>
            <a:ext cx="1039136" cy="1039136"/>
          </a:xfrm>
          <a:custGeom>
            <a:rect b="b" l="l" r="r" t="t"/>
            <a:pathLst>
              <a:path extrusionOk="0" h="1385515" w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208991" y="2204351"/>
            <a:ext cx="1469574" cy="1469574"/>
          </a:xfrm>
          <a:custGeom>
            <a:rect b="b" l="l" r="r" t="t"/>
            <a:pathLst>
              <a:path extrusionOk="0" h="1959432" w="1959432">
                <a:moveTo>
                  <a:pt x="0" y="0"/>
                </a:moveTo>
                <a:lnTo>
                  <a:pt x="1959433" y="0"/>
                </a:lnTo>
                <a:lnTo>
                  <a:pt x="1959433" y="1959432"/>
                </a:lnTo>
                <a:lnTo>
                  <a:pt x="0" y="1959432"/>
                </a:ln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208991" y="3673925"/>
            <a:ext cx="1469574" cy="1469574"/>
          </a:xfrm>
          <a:custGeom>
            <a:rect b="b" l="l" r="r" t="t"/>
            <a:pathLst>
              <a:path extrusionOk="0" h="1959432" w="1959432">
                <a:moveTo>
                  <a:pt x="1959433" y="979716"/>
                </a:moveTo>
                <a:cubicBezTo>
                  <a:pt x="1959433" y="1520798"/>
                  <a:pt x="1520799" y="1959432"/>
                  <a:pt x="979716" y="1959432"/>
                </a:cubicBezTo>
                <a:cubicBezTo>
                  <a:pt x="438634" y="1959432"/>
                  <a:pt x="0" y="1520799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3" y="438634"/>
                  <a:pt x="1959433" y="979716"/>
                </a:cubicBez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208991" y="1469570"/>
            <a:ext cx="1469574" cy="734787"/>
          </a:xfrm>
          <a:custGeom>
            <a:rect b="b" l="l" r="r" t="t"/>
            <a:pathLst>
              <a:path extrusionOk="0" h="979716" w="1959432">
                <a:moveTo>
                  <a:pt x="1959432" y="1"/>
                </a:moveTo>
                <a:lnTo>
                  <a:pt x="0" y="0"/>
                </a:lnTo>
                <a:cubicBezTo>
                  <a:pt x="0" y="541049"/>
                  <a:pt x="438667" y="979716"/>
                  <a:pt x="979715" y="979717"/>
                </a:cubicBezTo>
                <a:cubicBezTo>
                  <a:pt x="1520764" y="979717"/>
                  <a:pt x="1959432" y="541049"/>
                  <a:pt x="1959432" y="1"/>
                </a:cubicBez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739424" y="-3"/>
            <a:ext cx="1469574" cy="734787"/>
          </a:xfrm>
          <a:custGeom>
            <a:rect b="b" l="l" r="r" t="t"/>
            <a:pathLst>
              <a:path extrusionOk="0" h="979716" w="1959432">
                <a:moveTo>
                  <a:pt x="0" y="979716"/>
                </a:moveTo>
                <a:lnTo>
                  <a:pt x="1959432" y="979716"/>
                </a:lnTo>
                <a:lnTo>
                  <a:pt x="979716" y="0"/>
                </a:lnTo>
                <a:lnTo>
                  <a:pt x="0" y="979716"/>
                </a:ln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4739431" y="2204357"/>
            <a:ext cx="1469561" cy="734780"/>
          </a:xfrm>
          <a:custGeom>
            <a:rect b="b" l="l" r="r" t="t"/>
            <a:pathLst>
              <a:path extrusionOk="0" h="979707" w="1959414">
                <a:moveTo>
                  <a:pt x="1959415" y="0"/>
                </a:moveTo>
                <a:lnTo>
                  <a:pt x="0" y="1"/>
                </a:lnTo>
                <a:lnTo>
                  <a:pt x="979708" y="979708"/>
                </a:lnTo>
                <a:lnTo>
                  <a:pt x="1959415" y="0"/>
                </a:ln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19"/>
          <p:cNvSpPr/>
          <p:nvPr/>
        </p:nvSpPr>
        <p:spPr>
          <a:xfrm rot="8100000">
            <a:off x="3485069" y="217304"/>
            <a:ext cx="1039136" cy="1039136"/>
          </a:xfrm>
          <a:custGeom>
            <a:rect b="b" l="l" r="r" t="t"/>
            <a:pathLst>
              <a:path extrusionOk="0" h="1385515" w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" name="Google Shape;132;p19"/>
          <p:cNvSpPr/>
          <p:nvPr/>
        </p:nvSpPr>
        <p:spPr>
          <a:xfrm rot="10800000">
            <a:off x="1800275" y="2086"/>
            <a:ext cx="1469574" cy="1469574"/>
          </a:xfrm>
          <a:custGeom>
            <a:rect b="b" l="l" r="r" t="t"/>
            <a:pathLst>
              <a:path extrusionOk="0" h="1959432" w="1959432">
                <a:moveTo>
                  <a:pt x="0" y="0"/>
                </a:moveTo>
                <a:lnTo>
                  <a:pt x="1959432" y="0"/>
                </a:lnTo>
                <a:lnTo>
                  <a:pt x="1959432" y="1959432"/>
                </a:lnTo>
                <a:lnTo>
                  <a:pt x="0" y="1959432"/>
                </a:ln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3269849" y="1471660"/>
            <a:ext cx="1469574" cy="734787"/>
          </a:xfrm>
          <a:custGeom>
            <a:rect b="b" l="l" r="r" t="t"/>
            <a:pathLst>
              <a:path extrusionOk="0" h="979716" w="1959432">
                <a:moveTo>
                  <a:pt x="1959432" y="0"/>
                </a:moveTo>
                <a:lnTo>
                  <a:pt x="0" y="1"/>
                </a:lnTo>
                <a:cubicBezTo>
                  <a:pt x="0" y="541049"/>
                  <a:pt x="438668" y="979717"/>
                  <a:pt x="979717" y="979716"/>
                </a:cubicBezTo>
                <a:cubicBezTo>
                  <a:pt x="1520765" y="979716"/>
                  <a:pt x="1959433" y="541048"/>
                  <a:pt x="1959432" y="0"/>
                </a:cubicBezTo>
                <a:close/>
              </a:path>
            </a:pathLst>
          </a:custGeom>
          <a:solidFill>
            <a:srgbClr val="BFD3F8">
              <a:alpha val="4274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Chapter">
  <p:cSld name="Dark Chapter"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062253" y="1724323"/>
            <a:ext cx="3368570" cy="171450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507AC2"/>
              </a:buClr>
              <a:buSzPts val="3000"/>
              <a:buFont typeface="Noto Sans Symbols"/>
              <a:buNone/>
              <a:defRPr b="1" i="0" sz="3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385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2385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cxnSp>
        <p:nvCxnSpPr>
          <p:cNvPr id="136" name="Google Shape;136;p20"/>
          <p:cNvCxnSpPr/>
          <p:nvPr/>
        </p:nvCxnSpPr>
        <p:spPr>
          <a:xfrm>
            <a:off x="3999515" y="1613710"/>
            <a:ext cx="0" cy="1954266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20"/>
          <p:cNvSpPr txBox="1"/>
          <p:nvPr>
            <p:ph idx="2" type="body"/>
          </p:nvPr>
        </p:nvSpPr>
        <p:spPr>
          <a:xfrm>
            <a:off x="505541" y="1723859"/>
            <a:ext cx="3428981" cy="17145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507AC2"/>
              </a:buClr>
              <a:buSzPts val="3000"/>
              <a:buFont typeface="Noto Sans Symbols"/>
              <a:buNone/>
              <a:defRPr b="1" i="0" sz="3000" u="none" cap="none" strike="noStrike">
                <a:solidFill>
                  <a:srgbClr val="D9E4F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385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2385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507AC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00205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grpSp>
        <p:nvGrpSpPr>
          <p:cNvPr id="138" name="Google Shape;138;p20"/>
          <p:cNvGrpSpPr/>
          <p:nvPr/>
        </p:nvGrpSpPr>
        <p:grpSpPr>
          <a:xfrm>
            <a:off x="4864916" y="-6"/>
            <a:ext cx="4279084" cy="5143506"/>
            <a:chOff x="6459109" y="-8"/>
            <a:chExt cx="5735424" cy="6894043"/>
          </a:xfrm>
        </p:grpSpPr>
        <p:sp>
          <p:nvSpPr>
            <p:cNvPr id="139" name="Google Shape;139;p20"/>
            <p:cNvSpPr/>
            <p:nvPr/>
          </p:nvSpPr>
          <p:spPr>
            <a:xfrm flipH="1">
              <a:off x="6459109" y="4604722"/>
              <a:ext cx="2289313" cy="2289313"/>
            </a:xfrm>
            <a:custGeom>
              <a:rect b="b" l="l" r="r" t="t"/>
              <a:pathLst>
                <a:path extrusionOk="0" h="2286036" w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cap="flat" cmpd="sng" w="9525">
              <a:solidFill>
                <a:srgbClr val="D9E4F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 flipH="1">
              <a:off x="9893073" y="-8"/>
              <a:ext cx="2289302" cy="2289302"/>
            </a:xfrm>
            <a:custGeom>
              <a:rect b="b" l="l" r="r" t="t"/>
              <a:pathLst>
                <a:path extrusionOk="0" h="2286025" w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D9E4F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8752365" y="4581825"/>
              <a:ext cx="1144651" cy="2289302"/>
            </a:xfrm>
            <a:custGeom>
              <a:rect b="b" l="l" r="r" t="t"/>
              <a:pathLst>
                <a:path extrusionOk="0" h="2286025" w="1143013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D9E4F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2" name="Google Shape;142;p20"/>
            <p:cNvSpPr/>
            <p:nvPr/>
          </p:nvSpPr>
          <p:spPr>
            <a:xfrm flipH="1" rot="-2700000">
              <a:off x="7935202" y="345697"/>
              <a:ext cx="1618773" cy="1618773"/>
            </a:xfrm>
            <a:custGeom>
              <a:rect b="b" l="l" r="r" t="t"/>
              <a:pathLst>
                <a:path extrusionOk="0" h="1616456" w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cap="flat" cmpd="sng" w="9525">
              <a:solidFill>
                <a:srgbClr val="D9E4F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9905975" y="2295800"/>
              <a:ext cx="2286025" cy="2286025"/>
            </a:xfrm>
            <a:custGeom>
              <a:rect b="b" l="l" r="r" t="t"/>
              <a:pathLst>
                <a:path extrusionOk="0" h="2286025" w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cap="flat" cmpd="sng" w="9525">
              <a:solidFill>
                <a:srgbClr val="D9E4F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4" name="Google Shape;144;p20"/>
            <p:cNvSpPr/>
            <p:nvPr/>
          </p:nvSpPr>
          <p:spPr>
            <a:xfrm flipH="1">
              <a:off x="9905231" y="4581825"/>
              <a:ext cx="2289302" cy="2289302"/>
            </a:xfrm>
            <a:custGeom>
              <a:rect b="b" l="l" r="r" t="t"/>
              <a:pathLst>
                <a:path extrusionOk="0" h="2286025" w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D9E4F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145" name="Google Shape;14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3999" y="216001"/>
            <a:ext cx="685796" cy="36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ur pallette">
  <p:cSld name="Colour pallette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2"/>
          <p:cNvGrpSpPr/>
          <p:nvPr/>
        </p:nvGrpSpPr>
        <p:grpSpPr>
          <a:xfrm>
            <a:off x="5795995" y="639461"/>
            <a:ext cx="868492" cy="868313"/>
            <a:chOff x="6246746" y="852615"/>
            <a:chExt cx="1157989" cy="1157751"/>
          </a:xfrm>
        </p:grpSpPr>
        <p:sp>
          <p:nvSpPr>
            <p:cNvPr id="159" name="Google Shape;159;p22"/>
            <p:cNvSpPr/>
            <p:nvPr/>
          </p:nvSpPr>
          <p:spPr>
            <a:xfrm>
              <a:off x="6246984" y="852615"/>
              <a:ext cx="1157751" cy="1157751"/>
            </a:xfrm>
            <a:prstGeom prst="rect">
              <a:avLst/>
            </a:prstGeom>
            <a:solidFill>
              <a:srgbClr val="E82E4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0" name="Google Shape;160;p22"/>
            <p:cNvSpPr txBox="1"/>
            <p:nvPr/>
          </p:nvSpPr>
          <p:spPr>
            <a:xfrm>
              <a:off x="6246746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Cherry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#E83050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232, 48, 80</a:t>
              </a:r>
              <a:endParaRPr sz="1100"/>
            </a:p>
          </p:txBody>
        </p:sp>
      </p:grpSp>
      <p:grpSp>
        <p:nvGrpSpPr>
          <p:cNvPr id="161" name="Google Shape;161;p22"/>
          <p:cNvGrpSpPr/>
          <p:nvPr/>
        </p:nvGrpSpPr>
        <p:grpSpPr>
          <a:xfrm>
            <a:off x="8006441" y="639461"/>
            <a:ext cx="868314" cy="868313"/>
            <a:chOff x="7724864" y="852615"/>
            <a:chExt cx="1157752" cy="1157751"/>
          </a:xfrm>
        </p:grpSpPr>
        <p:sp>
          <p:nvSpPr>
            <p:cNvPr id="162" name="Google Shape;162;p22"/>
            <p:cNvSpPr/>
            <p:nvPr/>
          </p:nvSpPr>
          <p:spPr>
            <a:xfrm>
              <a:off x="7724865" y="852615"/>
              <a:ext cx="1157751" cy="1157751"/>
            </a:xfrm>
            <a:prstGeom prst="rect">
              <a:avLst/>
            </a:prstGeom>
            <a:solidFill>
              <a:srgbClr val="FBB60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3" name="Google Shape;163;p22"/>
            <p:cNvSpPr txBox="1"/>
            <p:nvPr/>
          </p:nvSpPr>
          <p:spPr>
            <a:xfrm>
              <a:off x="7724864" y="923659"/>
              <a:ext cx="1157751" cy="507831"/>
            </a:xfrm>
            <a:prstGeom prst="rect">
              <a:avLst/>
            </a:prstGeom>
            <a:solidFill>
              <a:srgbClr val="FBB60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Yellow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#F9B418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249, 180, 24</a:t>
              </a:r>
              <a:endParaRPr sz="1100"/>
            </a:p>
          </p:txBody>
        </p:sp>
      </p:grpSp>
      <p:grpSp>
        <p:nvGrpSpPr>
          <p:cNvPr id="164" name="Google Shape;164;p22"/>
          <p:cNvGrpSpPr/>
          <p:nvPr/>
        </p:nvGrpSpPr>
        <p:grpSpPr>
          <a:xfrm>
            <a:off x="6887456" y="639461"/>
            <a:ext cx="875163" cy="868313"/>
            <a:chOff x="9193612" y="852615"/>
            <a:chExt cx="1166884" cy="1157751"/>
          </a:xfrm>
        </p:grpSpPr>
        <p:sp>
          <p:nvSpPr>
            <p:cNvPr id="165" name="Google Shape;165;p22"/>
            <p:cNvSpPr/>
            <p:nvPr/>
          </p:nvSpPr>
          <p:spPr>
            <a:xfrm>
              <a:off x="9202745" y="852615"/>
              <a:ext cx="1157751" cy="1157751"/>
            </a:xfrm>
            <a:prstGeom prst="rect">
              <a:avLst/>
            </a:prstGeom>
            <a:solidFill>
              <a:srgbClr val="00A0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6" name="Google Shape;166;p22"/>
            <p:cNvSpPr txBox="1"/>
            <p:nvPr/>
          </p:nvSpPr>
          <p:spPr>
            <a:xfrm>
              <a:off x="9193612" y="923659"/>
              <a:ext cx="1157751" cy="507831"/>
            </a:xfrm>
            <a:prstGeom prst="rect">
              <a:avLst/>
            </a:prstGeom>
            <a:solidFill>
              <a:srgbClr val="00A04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Green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#00A14A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0, 161, 74</a:t>
              </a:r>
              <a:endParaRPr sz="1100"/>
            </a:p>
          </p:txBody>
        </p:sp>
      </p:grpSp>
      <p:grpSp>
        <p:nvGrpSpPr>
          <p:cNvPr id="167" name="Google Shape;167;p22"/>
          <p:cNvGrpSpPr/>
          <p:nvPr/>
        </p:nvGrpSpPr>
        <p:grpSpPr>
          <a:xfrm>
            <a:off x="4680457" y="639461"/>
            <a:ext cx="885604" cy="868313"/>
            <a:chOff x="10657810" y="852615"/>
            <a:chExt cx="1180805" cy="1157751"/>
          </a:xfrm>
        </p:grpSpPr>
        <p:sp>
          <p:nvSpPr>
            <p:cNvPr id="168" name="Google Shape;168;p22"/>
            <p:cNvSpPr/>
            <p:nvPr/>
          </p:nvSpPr>
          <p:spPr>
            <a:xfrm>
              <a:off x="10680864" y="852615"/>
              <a:ext cx="1157751" cy="1157751"/>
            </a:xfrm>
            <a:prstGeom prst="rect">
              <a:avLst/>
            </a:prstGeom>
            <a:solidFill>
              <a:srgbClr val="123F9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9" name="Google Shape;169;p22"/>
            <p:cNvSpPr txBox="1"/>
            <p:nvPr/>
          </p:nvSpPr>
          <p:spPr>
            <a:xfrm>
              <a:off x="10657810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Blue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#1F448F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31, 68, 143</a:t>
              </a:r>
              <a:endParaRPr sz="1100"/>
            </a:p>
          </p:txBody>
        </p:sp>
      </p:grpSp>
      <p:grpSp>
        <p:nvGrpSpPr>
          <p:cNvPr id="170" name="Google Shape;170;p22"/>
          <p:cNvGrpSpPr/>
          <p:nvPr/>
        </p:nvGrpSpPr>
        <p:grpSpPr>
          <a:xfrm>
            <a:off x="5795995" y="1717823"/>
            <a:ext cx="868492" cy="868313"/>
            <a:chOff x="6246746" y="2290431"/>
            <a:chExt cx="1157989" cy="1157751"/>
          </a:xfrm>
        </p:grpSpPr>
        <p:sp>
          <p:nvSpPr>
            <p:cNvPr id="171" name="Google Shape;171;p22"/>
            <p:cNvSpPr/>
            <p:nvPr/>
          </p:nvSpPr>
          <p:spPr>
            <a:xfrm>
              <a:off x="6246984" y="2290431"/>
              <a:ext cx="1157751" cy="1157751"/>
            </a:xfrm>
            <a:prstGeom prst="rect">
              <a:avLst/>
            </a:prstGeom>
            <a:solidFill>
              <a:srgbClr val="EC4D6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6246746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#EC4D6A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236, 77, 106</a:t>
              </a:r>
              <a:endParaRPr sz="1100"/>
            </a:p>
          </p:txBody>
        </p:sp>
      </p:grpSp>
      <p:grpSp>
        <p:nvGrpSpPr>
          <p:cNvPr id="173" name="Google Shape;173;p22"/>
          <p:cNvGrpSpPr/>
          <p:nvPr/>
        </p:nvGrpSpPr>
        <p:grpSpPr>
          <a:xfrm>
            <a:off x="8006441" y="1717823"/>
            <a:ext cx="868314" cy="868313"/>
            <a:chOff x="7724864" y="2290431"/>
            <a:chExt cx="1157752" cy="1157751"/>
          </a:xfrm>
        </p:grpSpPr>
        <p:sp>
          <p:nvSpPr>
            <p:cNvPr id="174" name="Google Shape;174;p22"/>
            <p:cNvSpPr/>
            <p:nvPr/>
          </p:nvSpPr>
          <p:spPr>
            <a:xfrm>
              <a:off x="7724865" y="2290431"/>
              <a:ext cx="1157751" cy="1157751"/>
            </a:xfrm>
            <a:prstGeom prst="rect">
              <a:avLst/>
            </a:prstGeom>
            <a:solidFill>
              <a:srgbClr val="FCC84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5" name="Google Shape;175;p22"/>
            <p:cNvSpPr txBox="1"/>
            <p:nvPr/>
          </p:nvSpPr>
          <p:spPr>
            <a:xfrm>
              <a:off x="7724864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#FCC747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252, 199, 71</a:t>
              </a:r>
              <a:endParaRPr sz="1100"/>
            </a:p>
          </p:txBody>
        </p:sp>
      </p:grpSp>
      <p:grpSp>
        <p:nvGrpSpPr>
          <p:cNvPr id="176" name="Google Shape;176;p22"/>
          <p:cNvGrpSpPr/>
          <p:nvPr/>
        </p:nvGrpSpPr>
        <p:grpSpPr>
          <a:xfrm>
            <a:off x="6887456" y="1717823"/>
            <a:ext cx="875163" cy="868313"/>
            <a:chOff x="9193612" y="2290431"/>
            <a:chExt cx="1166884" cy="1157751"/>
          </a:xfrm>
        </p:grpSpPr>
        <p:sp>
          <p:nvSpPr>
            <p:cNvPr id="177" name="Google Shape;177;p22"/>
            <p:cNvSpPr/>
            <p:nvPr/>
          </p:nvSpPr>
          <p:spPr>
            <a:xfrm>
              <a:off x="9202745" y="2290431"/>
              <a:ext cx="1157751" cy="1157751"/>
            </a:xfrm>
            <a:prstGeom prst="rect">
              <a:avLst/>
            </a:prstGeom>
            <a:solidFill>
              <a:srgbClr val="24AF5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8" name="Google Shape;178;p22"/>
            <p:cNvSpPr txBox="1"/>
            <p:nvPr/>
          </p:nvSpPr>
          <p:spPr>
            <a:xfrm>
              <a:off x="9193612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#1AAF5E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26, 175, 94</a:t>
              </a:r>
              <a:endParaRPr sz="1100"/>
            </a:p>
          </p:txBody>
        </p:sp>
      </p:grpSp>
      <p:grpSp>
        <p:nvGrpSpPr>
          <p:cNvPr id="179" name="Google Shape;179;p22"/>
          <p:cNvGrpSpPr/>
          <p:nvPr/>
        </p:nvGrpSpPr>
        <p:grpSpPr>
          <a:xfrm>
            <a:off x="4680457" y="1717823"/>
            <a:ext cx="885604" cy="868313"/>
            <a:chOff x="10657810" y="2290431"/>
            <a:chExt cx="1180805" cy="1157751"/>
          </a:xfrm>
        </p:grpSpPr>
        <p:sp>
          <p:nvSpPr>
            <p:cNvPr id="180" name="Google Shape;180;p22"/>
            <p:cNvSpPr/>
            <p:nvPr/>
          </p:nvSpPr>
          <p:spPr>
            <a:xfrm>
              <a:off x="10680864" y="2290431"/>
              <a:ext cx="1157751" cy="1157751"/>
            </a:xfrm>
            <a:prstGeom prst="rect">
              <a:avLst/>
            </a:prstGeom>
            <a:solidFill>
              <a:srgbClr val="29529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1" name="Google Shape;181;p22"/>
            <p:cNvSpPr txBox="1"/>
            <p:nvPr/>
          </p:nvSpPr>
          <p:spPr>
            <a:xfrm>
              <a:off x="10657810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#24539F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36, 83, 159</a:t>
              </a:r>
              <a:endParaRPr sz="1100"/>
            </a:p>
          </p:txBody>
        </p:sp>
      </p:grpSp>
      <p:grpSp>
        <p:nvGrpSpPr>
          <p:cNvPr id="182" name="Google Shape;182;p22"/>
          <p:cNvGrpSpPr/>
          <p:nvPr/>
        </p:nvGrpSpPr>
        <p:grpSpPr>
          <a:xfrm>
            <a:off x="5795995" y="2796185"/>
            <a:ext cx="868492" cy="868313"/>
            <a:chOff x="6246746" y="3728247"/>
            <a:chExt cx="1157989" cy="1157751"/>
          </a:xfrm>
        </p:grpSpPr>
        <p:sp>
          <p:nvSpPr>
            <p:cNvPr id="183" name="Google Shape;183;p22"/>
            <p:cNvSpPr/>
            <p:nvPr/>
          </p:nvSpPr>
          <p:spPr>
            <a:xfrm>
              <a:off x="6246984" y="3728247"/>
              <a:ext cx="1157751" cy="1157751"/>
            </a:xfrm>
            <a:prstGeom prst="rect">
              <a:avLst/>
            </a:prstGeom>
            <a:solidFill>
              <a:srgbClr val="F6AAB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4" name="Google Shape;184;p22"/>
            <p:cNvSpPr txBox="1"/>
            <p:nvPr/>
          </p:nvSpPr>
          <p:spPr>
            <a:xfrm>
              <a:off x="6246746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#F6AAB9</a:t>
              </a:r>
              <a:endParaRPr b="0" i="0" sz="7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246, 170, 185</a:t>
              </a:r>
              <a:endParaRPr sz="1100"/>
            </a:p>
          </p:txBody>
        </p:sp>
      </p:grpSp>
      <p:grpSp>
        <p:nvGrpSpPr>
          <p:cNvPr id="185" name="Google Shape;185;p22"/>
          <p:cNvGrpSpPr/>
          <p:nvPr/>
        </p:nvGrpSpPr>
        <p:grpSpPr>
          <a:xfrm>
            <a:off x="8006441" y="2796185"/>
            <a:ext cx="868314" cy="868313"/>
            <a:chOff x="7724864" y="3728247"/>
            <a:chExt cx="1157752" cy="1157751"/>
          </a:xfrm>
        </p:grpSpPr>
        <p:sp>
          <p:nvSpPr>
            <p:cNvPr id="186" name="Google Shape;186;p22"/>
            <p:cNvSpPr/>
            <p:nvPr/>
          </p:nvSpPr>
          <p:spPr>
            <a:xfrm>
              <a:off x="7724865" y="3728247"/>
              <a:ext cx="1157751" cy="1157751"/>
            </a:xfrm>
            <a:prstGeom prst="rect">
              <a:avLst/>
            </a:prstGeom>
            <a:solidFill>
              <a:srgbClr val="FEE29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7" name="Google Shape;187;p22"/>
            <p:cNvSpPr txBox="1"/>
            <p:nvPr/>
          </p:nvSpPr>
          <p:spPr>
            <a:xfrm>
              <a:off x="7724864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#FCE39B</a:t>
              </a:r>
              <a:endParaRPr b="0" i="0" sz="700" u="none" cap="none" strike="noStrike">
                <a:solidFill>
                  <a:srgbClr val="FBB6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252, 227, 155</a:t>
              </a:r>
              <a:endParaRPr sz="1100"/>
            </a:p>
          </p:txBody>
        </p:sp>
      </p:grpSp>
      <p:grpSp>
        <p:nvGrpSpPr>
          <p:cNvPr id="188" name="Google Shape;188;p22"/>
          <p:cNvGrpSpPr/>
          <p:nvPr/>
        </p:nvGrpSpPr>
        <p:grpSpPr>
          <a:xfrm>
            <a:off x="6887456" y="2796185"/>
            <a:ext cx="875163" cy="868313"/>
            <a:chOff x="9193612" y="3728247"/>
            <a:chExt cx="1166884" cy="1157751"/>
          </a:xfrm>
        </p:grpSpPr>
        <p:sp>
          <p:nvSpPr>
            <p:cNvPr id="189" name="Google Shape;189;p22"/>
            <p:cNvSpPr/>
            <p:nvPr/>
          </p:nvSpPr>
          <p:spPr>
            <a:xfrm>
              <a:off x="9202745" y="3728247"/>
              <a:ext cx="1157751" cy="1157751"/>
            </a:xfrm>
            <a:prstGeom prst="rect">
              <a:avLst/>
            </a:prstGeom>
            <a:solidFill>
              <a:srgbClr val="9AD9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0" name="Google Shape;190;p22"/>
            <p:cNvSpPr txBox="1"/>
            <p:nvPr/>
          </p:nvSpPr>
          <p:spPr>
            <a:xfrm>
              <a:off x="9193612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#9BD3B3</a:t>
              </a:r>
              <a:endParaRPr b="0" i="0" sz="700" u="none" cap="none" strike="noStrike">
                <a:solidFill>
                  <a:srgbClr val="00A04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155, 211, 179</a:t>
              </a:r>
              <a:endParaRPr sz="1100"/>
            </a:p>
          </p:txBody>
        </p:sp>
      </p:grpSp>
      <p:grpSp>
        <p:nvGrpSpPr>
          <p:cNvPr id="191" name="Google Shape;191;p22"/>
          <p:cNvGrpSpPr/>
          <p:nvPr/>
        </p:nvGrpSpPr>
        <p:grpSpPr>
          <a:xfrm>
            <a:off x="4680457" y="2796185"/>
            <a:ext cx="885604" cy="868313"/>
            <a:chOff x="10657810" y="3728247"/>
            <a:chExt cx="1180805" cy="1157751"/>
          </a:xfrm>
        </p:grpSpPr>
        <p:sp>
          <p:nvSpPr>
            <p:cNvPr id="192" name="Google Shape;192;p22"/>
            <p:cNvSpPr/>
            <p:nvPr/>
          </p:nvSpPr>
          <p:spPr>
            <a:xfrm>
              <a:off x="10680864" y="3728247"/>
              <a:ext cx="1157751" cy="1157751"/>
            </a:xfrm>
            <a:prstGeom prst="rect">
              <a:avLst/>
            </a:prstGeom>
            <a:solidFill>
              <a:srgbClr val="A0B2D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3" name="Google Shape;193;p22"/>
            <p:cNvSpPr txBox="1"/>
            <p:nvPr/>
          </p:nvSpPr>
          <p:spPr>
            <a:xfrm>
              <a:off x="10657810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#A1B2D5</a:t>
              </a:r>
              <a:endParaRPr b="0" i="0" sz="700" u="none" cap="none" strike="noStrike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161, 178, 213</a:t>
              </a:r>
              <a:endParaRPr sz="1100"/>
            </a:p>
          </p:txBody>
        </p:sp>
      </p:grpSp>
      <p:grpSp>
        <p:nvGrpSpPr>
          <p:cNvPr id="194" name="Google Shape;194;p22"/>
          <p:cNvGrpSpPr/>
          <p:nvPr/>
        </p:nvGrpSpPr>
        <p:grpSpPr>
          <a:xfrm>
            <a:off x="5795995" y="3874547"/>
            <a:ext cx="868492" cy="868313"/>
            <a:chOff x="6246746" y="5166063"/>
            <a:chExt cx="1157989" cy="1157751"/>
          </a:xfrm>
        </p:grpSpPr>
        <p:sp>
          <p:nvSpPr>
            <p:cNvPr id="195" name="Google Shape;195;p22"/>
            <p:cNvSpPr/>
            <p:nvPr/>
          </p:nvSpPr>
          <p:spPr>
            <a:xfrm>
              <a:off x="6246984" y="5166063"/>
              <a:ext cx="1157751" cy="1157751"/>
            </a:xfrm>
            <a:prstGeom prst="rect">
              <a:avLst/>
            </a:prstGeom>
            <a:solidFill>
              <a:srgbClr val="FDE3E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6" name="Google Shape;196;p22"/>
            <p:cNvSpPr txBox="1"/>
            <p:nvPr/>
          </p:nvSpPr>
          <p:spPr>
            <a:xfrm>
              <a:off x="6246746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#FCE3E6</a:t>
              </a:r>
              <a:endParaRPr b="0" i="0" sz="7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252, 227, 230</a:t>
              </a:r>
              <a:endParaRPr sz="1100"/>
            </a:p>
          </p:txBody>
        </p:sp>
      </p:grpSp>
      <p:grpSp>
        <p:nvGrpSpPr>
          <p:cNvPr id="197" name="Google Shape;197;p22"/>
          <p:cNvGrpSpPr/>
          <p:nvPr/>
        </p:nvGrpSpPr>
        <p:grpSpPr>
          <a:xfrm>
            <a:off x="8006441" y="3874547"/>
            <a:ext cx="868314" cy="868313"/>
            <a:chOff x="7724864" y="5166063"/>
            <a:chExt cx="1157752" cy="1157751"/>
          </a:xfrm>
        </p:grpSpPr>
        <p:sp>
          <p:nvSpPr>
            <p:cNvPr id="198" name="Google Shape;198;p22"/>
            <p:cNvSpPr/>
            <p:nvPr/>
          </p:nvSpPr>
          <p:spPr>
            <a:xfrm>
              <a:off x="7724865" y="5166063"/>
              <a:ext cx="1157751" cy="1157751"/>
            </a:xfrm>
            <a:prstGeom prst="rect">
              <a:avLst/>
            </a:prstGeom>
            <a:solidFill>
              <a:srgbClr val="FEF4C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9" name="Google Shape;199;p22"/>
            <p:cNvSpPr txBox="1"/>
            <p:nvPr/>
          </p:nvSpPr>
          <p:spPr>
            <a:xfrm>
              <a:off x="7724864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#FEF4CF</a:t>
              </a:r>
              <a:endParaRPr b="0" i="0" sz="700" u="none" cap="none" strike="noStrike">
                <a:solidFill>
                  <a:srgbClr val="FBB6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252, 244, 207</a:t>
              </a:r>
              <a:endParaRPr sz="1100"/>
            </a:p>
          </p:txBody>
        </p:sp>
      </p:grpSp>
      <p:grpSp>
        <p:nvGrpSpPr>
          <p:cNvPr id="200" name="Google Shape;200;p22"/>
          <p:cNvGrpSpPr/>
          <p:nvPr/>
        </p:nvGrpSpPr>
        <p:grpSpPr>
          <a:xfrm>
            <a:off x="6887456" y="3874547"/>
            <a:ext cx="875163" cy="868313"/>
            <a:chOff x="9193612" y="5166063"/>
            <a:chExt cx="1166884" cy="1157751"/>
          </a:xfrm>
        </p:grpSpPr>
        <p:sp>
          <p:nvSpPr>
            <p:cNvPr id="201" name="Google Shape;201;p22"/>
            <p:cNvSpPr/>
            <p:nvPr/>
          </p:nvSpPr>
          <p:spPr>
            <a:xfrm>
              <a:off x="9202745" y="5166063"/>
              <a:ext cx="1157751" cy="1157751"/>
            </a:xfrm>
            <a:prstGeom prst="rect">
              <a:avLst/>
            </a:prstGeom>
            <a:solidFill>
              <a:srgbClr val="D2EFD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9193612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#D1EAD9</a:t>
              </a:r>
              <a:endParaRPr b="0" i="0" sz="700" u="none" cap="none" strike="noStrike">
                <a:solidFill>
                  <a:srgbClr val="00A04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209, 234, 217</a:t>
              </a:r>
              <a:endParaRPr sz="1100"/>
            </a:p>
          </p:txBody>
        </p:sp>
      </p:grpSp>
      <p:grpSp>
        <p:nvGrpSpPr>
          <p:cNvPr id="203" name="Google Shape;203;p22"/>
          <p:cNvGrpSpPr/>
          <p:nvPr/>
        </p:nvGrpSpPr>
        <p:grpSpPr>
          <a:xfrm>
            <a:off x="4680457" y="3874547"/>
            <a:ext cx="885604" cy="868313"/>
            <a:chOff x="10657810" y="5166063"/>
            <a:chExt cx="1180805" cy="1157751"/>
          </a:xfrm>
        </p:grpSpPr>
        <p:sp>
          <p:nvSpPr>
            <p:cNvPr id="204" name="Google Shape;204;p22"/>
            <p:cNvSpPr/>
            <p:nvPr/>
          </p:nvSpPr>
          <p:spPr>
            <a:xfrm>
              <a:off x="10680864" y="5166063"/>
              <a:ext cx="1157751" cy="1157751"/>
            </a:xfrm>
            <a:prstGeom prst="rect">
              <a:avLst/>
            </a:prstGeom>
            <a:solidFill>
              <a:srgbClr val="D4DCE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5" name="Google Shape;205;p22"/>
            <p:cNvSpPr txBox="1"/>
            <p:nvPr/>
          </p:nvSpPr>
          <p:spPr>
            <a:xfrm>
              <a:off x="10657810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#D5DBEC</a:t>
              </a:r>
              <a:endParaRPr b="0" i="0" sz="700" u="none" cap="none" strike="noStrike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213, 219, 236</a:t>
              </a:r>
              <a:endParaRPr sz="1100"/>
            </a:p>
          </p:txBody>
        </p:sp>
      </p:grpSp>
      <p:grpSp>
        <p:nvGrpSpPr>
          <p:cNvPr id="206" name="Google Shape;206;p22"/>
          <p:cNvGrpSpPr/>
          <p:nvPr/>
        </p:nvGrpSpPr>
        <p:grpSpPr>
          <a:xfrm>
            <a:off x="1377065" y="640049"/>
            <a:ext cx="868313" cy="868189"/>
            <a:chOff x="376439" y="853399"/>
            <a:chExt cx="1157751" cy="1157586"/>
          </a:xfrm>
        </p:grpSpPr>
        <p:sp>
          <p:nvSpPr>
            <p:cNvPr id="207" name="Google Shape;207;p22"/>
            <p:cNvSpPr/>
            <p:nvPr/>
          </p:nvSpPr>
          <p:spPr>
            <a:xfrm>
              <a:off x="376439" y="853399"/>
              <a:ext cx="1157585" cy="1157586"/>
            </a:xfrm>
            <a:prstGeom prst="rect">
              <a:avLst/>
            </a:prstGeom>
            <a:solidFill>
              <a:srgbClr val="ED631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8" name="Google Shape;208;p22"/>
            <p:cNvSpPr txBox="1"/>
            <p:nvPr/>
          </p:nvSpPr>
          <p:spPr>
            <a:xfrm>
              <a:off x="376439" y="923659"/>
              <a:ext cx="1157751" cy="507831"/>
            </a:xfrm>
            <a:prstGeom prst="rect">
              <a:avLst/>
            </a:prstGeom>
            <a:solidFill>
              <a:srgbClr val="ED631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Orange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#EC6523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236, 101, 35</a:t>
              </a:r>
              <a:endParaRPr sz="1100"/>
            </a:p>
          </p:txBody>
        </p:sp>
      </p:grpSp>
      <p:grpSp>
        <p:nvGrpSpPr>
          <p:cNvPr id="209" name="Google Shape;209;p22"/>
          <p:cNvGrpSpPr/>
          <p:nvPr/>
        </p:nvGrpSpPr>
        <p:grpSpPr>
          <a:xfrm>
            <a:off x="277950" y="640049"/>
            <a:ext cx="878753" cy="868189"/>
            <a:chOff x="1840637" y="853399"/>
            <a:chExt cx="1171671" cy="1157586"/>
          </a:xfrm>
        </p:grpSpPr>
        <p:sp>
          <p:nvSpPr>
            <p:cNvPr id="210" name="Google Shape;210;p22"/>
            <p:cNvSpPr/>
            <p:nvPr/>
          </p:nvSpPr>
          <p:spPr>
            <a:xfrm>
              <a:off x="1840637" y="853399"/>
              <a:ext cx="1157585" cy="1157586"/>
            </a:xfrm>
            <a:prstGeom prst="rect">
              <a:avLst/>
            </a:prstGeom>
            <a:solidFill>
              <a:srgbClr val="01A2A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11" name="Google Shape;211;p22"/>
            <p:cNvSpPr txBox="1"/>
            <p:nvPr/>
          </p:nvSpPr>
          <p:spPr>
            <a:xfrm>
              <a:off x="1854557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Aqua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#02A2A7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2, 162, 167</a:t>
              </a:r>
              <a:endParaRPr sz="1100"/>
            </a:p>
          </p:txBody>
        </p:sp>
      </p:grpSp>
      <p:grpSp>
        <p:nvGrpSpPr>
          <p:cNvPr id="212" name="Google Shape;212;p22"/>
          <p:cNvGrpSpPr/>
          <p:nvPr/>
        </p:nvGrpSpPr>
        <p:grpSpPr>
          <a:xfrm>
            <a:off x="2478625" y="640049"/>
            <a:ext cx="882167" cy="868189"/>
            <a:chOff x="3304834" y="853399"/>
            <a:chExt cx="1176222" cy="1157586"/>
          </a:xfrm>
        </p:grpSpPr>
        <p:sp>
          <p:nvSpPr>
            <p:cNvPr id="213" name="Google Shape;213;p22"/>
            <p:cNvSpPr/>
            <p:nvPr/>
          </p:nvSpPr>
          <p:spPr>
            <a:xfrm>
              <a:off x="3304834" y="853399"/>
              <a:ext cx="1157585" cy="1157586"/>
            </a:xfrm>
            <a:prstGeom prst="rect">
              <a:avLst/>
            </a:prstGeom>
            <a:solidFill>
              <a:srgbClr val="68398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3323305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Purple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#693A91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105, 58, 145</a:t>
              </a:r>
              <a:endParaRPr sz="1100"/>
            </a:p>
          </p:txBody>
        </p:sp>
      </p:grpSp>
      <p:grpSp>
        <p:nvGrpSpPr>
          <p:cNvPr id="215" name="Google Shape;215;p22"/>
          <p:cNvGrpSpPr/>
          <p:nvPr/>
        </p:nvGrpSpPr>
        <p:grpSpPr>
          <a:xfrm>
            <a:off x="3576774" y="640049"/>
            <a:ext cx="882167" cy="868189"/>
            <a:chOff x="4769032" y="853399"/>
            <a:chExt cx="1176222" cy="1157586"/>
          </a:xfrm>
        </p:grpSpPr>
        <p:sp>
          <p:nvSpPr>
            <p:cNvPr id="216" name="Google Shape;216;p22"/>
            <p:cNvSpPr/>
            <p:nvPr/>
          </p:nvSpPr>
          <p:spPr>
            <a:xfrm>
              <a:off x="4769032" y="853399"/>
              <a:ext cx="1157585" cy="1157586"/>
            </a:xfrm>
            <a:prstGeom prst="rect">
              <a:avLst/>
            </a:prstGeom>
            <a:solidFill>
              <a:srgbClr val="14274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4787503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Navy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#14274C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20, 39, 76</a:t>
              </a:r>
              <a:endParaRPr sz="1100"/>
            </a:p>
          </p:txBody>
        </p:sp>
      </p:grpSp>
      <p:grpSp>
        <p:nvGrpSpPr>
          <p:cNvPr id="218" name="Google Shape;218;p22"/>
          <p:cNvGrpSpPr/>
          <p:nvPr/>
        </p:nvGrpSpPr>
        <p:grpSpPr>
          <a:xfrm>
            <a:off x="1377065" y="1718257"/>
            <a:ext cx="868313" cy="868189"/>
            <a:chOff x="376439" y="2291009"/>
            <a:chExt cx="1157751" cy="1157586"/>
          </a:xfrm>
        </p:grpSpPr>
        <p:sp>
          <p:nvSpPr>
            <p:cNvPr id="219" name="Google Shape;219;p22"/>
            <p:cNvSpPr/>
            <p:nvPr/>
          </p:nvSpPr>
          <p:spPr>
            <a:xfrm>
              <a:off x="376439" y="2291009"/>
              <a:ext cx="1157585" cy="1157586"/>
            </a:xfrm>
            <a:prstGeom prst="rect">
              <a:avLst/>
            </a:prstGeom>
            <a:solidFill>
              <a:srgbClr val="E9743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376439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#EF7739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239, 119, 57</a:t>
              </a:r>
              <a:endParaRPr sz="1100"/>
            </a:p>
          </p:txBody>
        </p:sp>
      </p:grpSp>
      <p:grpSp>
        <p:nvGrpSpPr>
          <p:cNvPr id="221" name="Google Shape;221;p22"/>
          <p:cNvGrpSpPr/>
          <p:nvPr/>
        </p:nvGrpSpPr>
        <p:grpSpPr>
          <a:xfrm>
            <a:off x="277950" y="1718257"/>
            <a:ext cx="878753" cy="868189"/>
            <a:chOff x="1840637" y="2291009"/>
            <a:chExt cx="1171671" cy="1157586"/>
          </a:xfrm>
        </p:grpSpPr>
        <p:sp>
          <p:nvSpPr>
            <p:cNvPr id="222" name="Google Shape;222;p22"/>
            <p:cNvSpPr/>
            <p:nvPr/>
          </p:nvSpPr>
          <p:spPr>
            <a:xfrm>
              <a:off x="1840637" y="2291009"/>
              <a:ext cx="1157585" cy="1157586"/>
            </a:xfrm>
            <a:prstGeom prst="rect">
              <a:avLst/>
            </a:prstGeom>
            <a:solidFill>
              <a:srgbClr val="31B5B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1854557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#29B3B8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41, 179, 184</a:t>
              </a:r>
              <a:endParaRPr sz="1100"/>
            </a:p>
          </p:txBody>
        </p:sp>
      </p:grpSp>
      <p:grpSp>
        <p:nvGrpSpPr>
          <p:cNvPr id="224" name="Google Shape;224;p22"/>
          <p:cNvGrpSpPr/>
          <p:nvPr/>
        </p:nvGrpSpPr>
        <p:grpSpPr>
          <a:xfrm>
            <a:off x="2478625" y="1718257"/>
            <a:ext cx="882167" cy="868189"/>
            <a:chOff x="3304834" y="2291009"/>
            <a:chExt cx="1176222" cy="1157586"/>
          </a:xfrm>
        </p:grpSpPr>
        <p:sp>
          <p:nvSpPr>
            <p:cNvPr id="225" name="Google Shape;225;p22"/>
            <p:cNvSpPr/>
            <p:nvPr/>
          </p:nvSpPr>
          <p:spPr>
            <a:xfrm>
              <a:off x="3304834" y="2291009"/>
              <a:ext cx="1157585" cy="1157586"/>
            </a:xfrm>
            <a:prstGeom prst="rect">
              <a:avLst/>
            </a:prstGeom>
            <a:solidFill>
              <a:srgbClr val="784B9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3323305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#784B9A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120, 75, 154</a:t>
              </a:r>
              <a:endParaRPr sz="1100"/>
            </a:p>
          </p:txBody>
        </p:sp>
      </p:grpSp>
      <p:grpSp>
        <p:nvGrpSpPr>
          <p:cNvPr id="227" name="Google Shape;227;p22"/>
          <p:cNvGrpSpPr/>
          <p:nvPr/>
        </p:nvGrpSpPr>
        <p:grpSpPr>
          <a:xfrm>
            <a:off x="1377065" y="2796464"/>
            <a:ext cx="868313" cy="868190"/>
            <a:chOff x="376439" y="3728619"/>
            <a:chExt cx="1157751" cy="1157586"/>
          </a:xfrm>
        </p:grpSpPr>
        <p:sp>
          <p:nvSpPr>
            <p:cNvPr id="228" name="Google Shape;228;p22"/>
            <p:cNvSpPr/>
            <p:nvPr/>
          </p:nvSpPr>
          <p:spPr>
            <a:xfrm>
              <a:off x="376439" y="3728619"/>
              <a:ext cx="1157585" cy="1157586"/>
            </a:xfrm>
            <a:prstGeom prst="rect">
              <a:avLst/>
            </a:prstGeom>
            <a:solidFill>
              <a:srgbClr val="F9C1A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376439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#F7C1A3</a:t>
              </a:r>
              <a:endParaRPr b="0" i="0" sz="700" u="none" cap="none" strike="noStrike">
                <a:solidFill>
                  <a:srgbClr val="ED631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247, 193, 163</a:t>
              </a:r>
              <a:endParaRPr sz="1100"/>
            </a:p>
          </p:txBody>
        </p:sp>
      </p:grpSp>
      <p:grpSp>
        <p:nvGrpSpPr>
          <p:cNvPr id="230" name="Google Shape;230;p22"/>
          <p:cNvGrpSpPr/>
          <p:nvPr/>
        </p:nvGrpSpPr>
        <p:grpSpPr>
          <a:xfrm>
            <a:off x="277950" y="2796464"/>
            <a:ext cx="878753" cy="868190"/>
            <a:chOff x="1840637" y="3728619"/>
            <a:chExt cx="1171671" cy="1157586"/>
          </a:xfrm>
        </p:grpSpPr>
        <p:sp>
          <p:nvSpPr>
            <p:cNvPr id="231" name="Google Shape;231;p22"/>
            <p:cNvSpPr/>
            <p:nvPr/>
          </p:nvSpPr>
          <p:spPr>
            <a:xfrm>
              <a:off x="1840637" y="3728619"/>
              <a:ext cx="1157585" cy="1157586"/>
            </a:xfrm>
            <a:prstGeom prst="rect">
              <a:avLst/>
            </a:prstGeom>
            <a:solidFill>
              <a:srgbClr val="9ADAD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1854557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#99D7D6</a:t>
              </a:r>
              <a:endParaRPr b="0" i="0" sz="700" u="none" cap="none" strike="noStrike">
                <a:solidFill>
                  <a:srgbClr val="01A2A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153, 215, 214</a:t>
              </a:r>
              <a:endParaRPr sz="1100"/>
            </a:p>
          </p:txBody>
        </p:sp>
      </p:grpSp>
      <p:grpSp>
        <p:nvGrpSpPr>
          <p:cNvPr id="233" name="Google Shape;233;p22"/>
          <p:cNvGrpSpPr/>
          <p:nvPr/>
        </p:nvGrpSpPr>
        <p:grpSpPr>
          <a:xfrm>
            <a:off x="2478625" y="2796464"/>
            <a:ext cx="882167" cy="868190"/>
            <a:chOff x="3304834" y="3728619"/>
            <a:chExt cx="1176222" cy="1157586"/>
          </a:xfrm>
        </p:grpSpPr>
        <p:sp>
          <p:nvSpPr>
            <p:cNvPr id="234" name="Google Shape;234;p22"/>
            <p:cNvSpPr/>
            <p:nvPr/>
          </p:nvSpPr>
          <p:spPr>
            <a:xfrm>
              <a:off x="3304834" y="3728619"/>
              <a:ext cx="1157585" cy="1157586"/>
            </a:xfrm>
            <a:prstGeom prst="rect">
              <a:avLst/>
            </a:prstGeom>
            <a:solidFill>
              <a:srgbClr val="C4AFD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3323305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#C2AFD0</a:t>
              </a:r>
              <a:endParaRPr b="0" i="0" sz="700" u="none" cap="none" strike="noStrike">
                <a:solidFill>
                  <a:srgbClr val="68398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194, 175, 208</a:t>
              </a:r>
              <a:endParaRPr sz="1100"/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1377065" y="3874671"/>
            <a:ext cx="868313" cy="868189"/>
            <a:chOff x="376439" y="5166228"/>
            <a:chExt cx="1157751" cy="1157586"/>
          </a:xfrm>
        </p:grpSpPr>
        <p:sp>
          <p:nvSpPr>
            <p:cNvPr id="237" name="Google Shape;237;p22"/>
            <p:cNvSpPr/>
            <p:nvPr/>
          </p:nvSpPr>
          <p:spPr>
            <a:xfrm>
              <a:off x="376439" y="5166228"/>
              <a:ext cx="1157585" cy="1157586"/>
            </a:xfrm>
            <a:prstGeom prst="rect">
              <a:avLst/>
            </a:prstGeom>
            <a:solidFill>
              <a:srgbClr val="FEE9E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8" name="Google Shape;238;p22"/>
            <p:cNvSpPr txBox="1"/>
            <p:nvPr/>
          </p:nvSpPr>
          <p:spPr>
            <a:xfrm>
              <a:off x="376439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#FBE8DF</a:t>
              </a:r>
              <a:endParaRPr b="0" i="0" sz="700" u="none" cap="none" strike="noStrike">
                <a:solidFill>
                  <a:srgbClr val="ED631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251, 232, 223</a:t>
              </a:r>
              <a:endParaRPr sz="1100"/>
            </a:p>
          </p:txBody>
        </p:sp>
      </p:grpSp>
      <p:grpSp>
        <p:nvGrpSpPr>
          <p:cNvPr id="239" name="Google Shape;239;p22"/>
          <p:cNvGrpSpPr/>
          <p:nvPr/>
        </p:nvGrpSpPr>
        <p:grpSpPr>
          <a:xfrm>
            <a:off x="277950" y="3874671"/>
            <a:ext cx="878753" cy="868189"/>
            <a:chOff x="1840637" y="5166228"/>
            <a:chExt cx="1171671" cy="1157586"/>
          </a:xfrm>
        </p:grpSpPr>
        <p:sp>
          <p:nvSpPr>
            <p:cNvPr id="240" name="Google Shape;240;p22"/>
            <p:cNvSpPr/>
            <p:nvPr/>
          </p:nvSpPr>
          <p:spPr>
            <a:xfrm>
              <a:off x="1840637" y="5166228"/>
              <a:ext cx="1157585" cy="1157586"/>
            </a:xfrm>
            <a:prstGeom prst="rect">
              <a:avLst/>
            </a:prstGeom>
            <a:solidFill>
              <a:srgbClr val="CCEDE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1854557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#CBEAEC</a:t>
              </a:r>
              <a:endParaRPr b="0" i="0" sz="700" u="none" cap="none" strike="noStrike">
                <a:solidFill>
                  <a:srgbClr val="01A2A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203, 234, 236</a:t>
              </a:r>
              <a:endParaRPr sz="1100"/>
            </a:p>
          </p:txBody>
        </p:sp>
      </p:grpSp>
      <p:grpSp>
        <p:nvGrpSpPr>
          <p:cNvPr id="242" name="Google Shape;242;p22"/>
          <p:cNvGrpSpPr/>
          <p:nvPr/>
        </p:nvGrpSpPr>
        <p:grpSpPr>
          <a:xfrm>
            <a:off x="2478625" y="3874671"/>
            <a:ext cx="882167" cy="868189"/>
            <a:chOff x="3304834" y="5166228"/>
            <a:chExt cx="1176222" cy="1157586"/>
          </a:xfrm>
        </p:grpSpPr>
        <p:sp>
          <p:nvSpPr>
            <p:cNvPr id="243" name="Google Shape;243;p22"/>
            <p:cNvSpPr/>
            <p:nvPr/>
          </p:nvSpPr>
          <p:spPr>
            <a:xfrm>
              <a:off x="3304834" y="5166228"/>
              <a:ext cx="1157585" cy="1157586"/>
            </a:xfrm>
            <a:prstGeom prst="rect">
              <a:avLst/>
            </a:prstGeom>
            <a:solidFill>
              <a:srgbClr val="E5DDE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4" name="Google Shape;244;p22"/>
            <p:cNvSpPr txBox="1"/>
            <p:nvPr/>
          </p:nvSpPr>
          <p:spPr>
            <a:xfrm>
              <a:off x="3323305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#E3DCEA</a:t>
              </a:r>
              <a:endParaRPr b="0" i="0" sz="700" u="none" cap="none" strike="noStrike">
                <a:solidFill>
                  <a:srgbClr val="68398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227, 220, 234</a:t>
              </a:r>
              <a:endParaRPr sz="1100"/>
            </a:p>
          </p:txBody>
        </p:sp>
      </p:grpSp>
      <p:sp>
        <p:nvSpPr>
          <p:cNvPr id="245" name="Google Shape;245;p22"/>
          <p:cNvSpPr txBox="1"/>
          <p:nvPr/>
        </p:nvSpPr>
        <p:spPr>
          <a:xfrm>
            <a:off x="193535" y="252792"/>
            <a:ext cx="3766532" cy="3866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07AC2"/>
              </a:buClr>
              <a:buSzPts val="1200"/>
              <a:buFont typeface="Noto Sans Symbols"/>
              <a:buNone/>
            </a:pPr>
            <a:r>
              <a:rPr lang="en" sz="1200">
                <a:solidFill>
                  <a:srgbClr val="14274C"/>
                </a:solidFill>
                <a:latin typeface="Trebuchet MS"/>
                <a:ea typeface="Trebuchet MS"/>
                <a:cs typeface="Trebuchet MS"/>
                <a:sym typeface="Trebuchet MS"/>
              </a:rPr>
              <a:t>Primary color palette</a:t>
            </a:r>
            <a:endParaRPr sz="1200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660982" y="252792"/>
            <a:ext cx="3766532" cy="3866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07AC2"/>
              </a:buClr>
              <a:buSzPts val="1200"/>
              <a:buFont typeface="Noto Sans Symbols"/>
              <a:buNone/>
            </a:pPr>
            <a:r>
              <a:rPr lang="en" sz="1200">
                <a:solidFill>
                  <a:srgbClr val="14274C"/>
                </a:solidFill>
                <a:latin typeface="Trebuchet MS"/>
                <a:ea typeface="Trebuchet MS"/>
                <a:cs typeface="Trebuchet MS"/>
                <a:sym typeface="Trebuchet MS"/>
              </a:rPr>
              <a:t>Secondary color palette</a:t>
            </a:r>
            <a:endParaRPr sz="1200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re icons">
  <p:cSld name="Centre icons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/>
        </p:nvSpPr>
        <p:spPr>
          <a:xfrm>
            <a:off x="594000" y="452005"/>
            <a:ext cx="7956000" cy="531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2400"/>
              <a:buFont typeface="Trebuchet MS"/>
              <a:buNone/>
            </a:pPr>
            <a:r>
              <a:rPr b="1" i="0" lang="en" sz="2400" u="none" cap="none" strike="noStrike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Center icons</a:t>
            </a:r>
            <a:endParaRPr sz="1100"/>
          </a:p>
        </p:txBody>
      </p:sp>
      <p:pic>
        <p:nvPicPr>
          <p:cNvPr id="249" name="Google Shape;24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9935" y="1497171"/>
            <a:ext cx="11620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2461" y="1497171"/>
            <a:ext cx="11620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8267" y="1652799"/>
            <a:ext cx="760902" cy="789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074" y="1652799"/>
            <a:ext cx="374775" cy="791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5918" y="2850360"/>
            <a:ext cx="615135" cy="7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2943" y="1581947"/>
            <a:ext cx="977888" cy="977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9935" y="2653360"/>
            <a:ext cx="1162051" cy="116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7693" y="2653360"/>
            <a:ext cx="11620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3057" y="2847131"/>
            <a:ext cx="274809" cy="8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56506" y="2745928"/>
            <a:ext cx="977888" cy="890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1">
  <p:cSld name="Icon library 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594000" y="452005"/>
            <a:ext cx="7956000" cy="531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2400"/>
              <a:buFont typeface="Trebuchet MS"/>
              <a:buNone/>
            </a:pPr>
            <a:r>
              <a:rPr b="1" i="0" lang="en" sz="2400" u="none" cap="none" strike="noStrike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Icon library</a:t>
            </a:r>
            <a:endParaRPr sz="1100"/>
          </a:p>
        </p:txBody>
      </p:sp>
      <p:sp>
        <p:nvSpPr>
          <p:cNvPr id="261" name="Google Shape;261;p24"/>
          <p:cNvSpPr txBox="1"/>
          <p:nvPr/>
        </p:nvSpPr>
        <p:spPr>
          <a:xfrm>
            <a:off x="594000" y="1028183"/>
            <a:ext cx="7956000" cy="27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10000"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07AC2"/>
              </a:buClr>
              <a:buSzPct val="100000"/>
              <a:buFont typeface="Noto Sans Symbols"/>
              <a:buNone/>
            </a:pPr>
            <a:r>
              <a:rPr b="0" i="0" lang="en" sz="1400" u="none" cap="none" strike="noStrike">
                <a:solidFill>
                  <a:srgbClr val="507AC2"/>
                </a:solidFill>
                <a:latin typeface="Trebuchet MS"/>
                <a:ea typeface="Trebuchet MS"/>
                <a:cs typeface="Trebuchet MS"/>
                <a:sym typeface="Trebuchet MS"/>
              </a:rPr>
              <a:t>Change icon color: click on graphic &gt; graphics format &gt; graphics fill</a:t>
            </a:r>
            <a:endParaRPr b="0" i="0" sz="1400" u="none" cap="none" strike="noStrike">
              <a:solidFill>
                <a:srgbClr val="507AC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2" name="Google Shape;26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77307" y="2758334"/>
            <a:ext cx="2745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338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987" y="2762270"/>
            <a:ext cx="414474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2099" y="2125000"/>
            <a:ext cx="50882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6651" y="2125000"/>
            <a:ext cx="389423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22695" y="2758334"/>
            <a:ext cx="518003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59491" y="2125000"/>
            <a:ext cx="414205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67376" y="2758334"/>
            <a:ext cx="414474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04173" y="2105995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53633" y="2762270"/>
            <a:ext cx="405773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81542" y="2752193"/>
            <a:ext cx="325921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56264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16723" y="1492773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19626" y="148773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16723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3879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378014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/>
          <p:nvPr/>
        </p:nvSpPr>
        <p:spPr>
          <a:xfrm>
            <a:off x="7768234" y="1487730"/>
            <a:ext cx="405000" cy="405000"/>
          </a:xfrm>
          <a:custGeom>
            <a:rect b="b" l="l" r="r" t="t"/>
            <a:pathLst>
              <a:path extrusionOk="0" h="540000" w="540000">
                <a:moveTo>
                  <a:pt x="0" y="0"/>
                </a:moveTo>
                <a:lnTo>
                  <a:pt x="540000" y="0"/>
                </a:lnTo>
                <a:lnTo>
                  <a:pt x="540000" y="540000"/>
                </a:lnTo>
                <a:lnTo>
                  <a:pt x="0" y="5400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4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0" name="Google Shape;280;p2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267376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005777" y="1508721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111279" y="148773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671018" y="1508721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822695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554385" y="1497807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712057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379961" y="1497807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270482" y="1491666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153633" y="212500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779365" y="1489414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825983" y="148773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4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153633" y="148773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93999" y="1487730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712057" y="1491666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4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4456264" y="1508721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633435" y="3385526"/>
            <a:ext cx="398909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166935" y="3405680"/>
            <a:ext cx="3165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4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615987" y="3405680"/>
            <a:ext cx="347143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4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4003500" y="3385526"/>
            <a:ext cx="401885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4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2734914" y="3385526"/>
            <a:ext cx="508235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4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2179595" y="3385526"/>
            <a:ext cx="408067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4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7381815" y="2758334"/>
            <a:ext cx="401798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3393149" y="3385526"/>
            <a:ext cx="406546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4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636862" y="2758334"/>
            <a:ext cx="41935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4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6819585" y="2758334"/>
            <a:ext cx="4212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4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7924643" y="2758334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4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3948308" y="2758334"/>
            <a:ext cx="462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5062501" y="2758334"/>
            <a:ext cx="42768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259825" y="2758334"/>
            <a:ext cx="417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4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4520711" y="2758334"/>
            <a:ext cx="435337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3189476" y="4025001"/>
            <a:ext cx="361137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2705774" y="4025001"/>
            <a:ext cx="353480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4558171" y="3389410"/>
            <a:ext cx="349838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2171843" y="4025001"/>
            <a:ext cx="406456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1609887" y="4025001"/>
            <a:ext cx="434483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6276241" y="3372161"/>
            <a:ext cx="37924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7374827" y="3468704"/>
            <a:ext cx="430663" cy="3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1065458" y="4036809"/>
            <a:ext cx="416955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7956936" y="3372161"/>
            <a:ext cx="396290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615987" y="4025001"/>
            <a:ext cx="321996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5667780" y="3381356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4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6800230" y="3392831"/>
            <a:ext cx="430412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4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5060796" y="3389410"/>
            <a:ext cx="449471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4738421" y="4036809"/>
            <a:ext cx="312428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4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4185521" y="4056782"/>
            <a:ext cx="4185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4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3680836" y="4056782"/>
            <a:ext cx="370286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4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5207861" y="4047106"/>
            <a:ext cx="346524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4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750466" y="4047106"/>
            <a:ext cx="337861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6284408" y="4047106"/>
            <a:ext cx="344358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6824849" y="4047106"/>
            <a:ext cx="440320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7461233" y="4014406"/>
            <a:ext cx="316203" cy="4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4"/>
          <p:cNvPicPr preferRelativeResize="0"/>
          <p:nvPr/>
        </p:nvPicPr>
        <p:blipFill rotWithShape="1">
          <a:blip r:embed="rId71">
            <a:alphaModFix/>
          </a:blip>
          <a:srcRect b="0" l="0" r="0" t="0"/>
          <a:stretch/>
        </p:blipFill>
        <p:spPr>
          <a:xfrm>
            <a:off x="7973500" y="4014406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4"/>
          <p:cNvPicPr preferRelativeResize="0"/>
          <p:nvPr/>
        </p:nvPicPr>
        <p:blipFill rotWithShape="1">
          <a:blip r:embed="rId72">
            <a:alphaModFix/>
          </a:blip>
          <a:srcRect b="0" l="0" r="0" t="16550"/>
          <a:stretch/>
        </p:blipFill>
        <p:spPr>
          <a:xfrm>
            <a:off x="5663575" y="2177442"/>
            <a:ext cx="467678" cy="39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2">
  <p:cSld name="Icon library 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"/>
          <p:cNvSpPr txBox="1"/>
          <p:nvPr/>
        </p:nvSpPr>
        <p:spPr>
          <a:xfrm>
            <a:off x="594000" y="452005"/>
            <a:ext cx="7956000" cy="531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2400"/>
              <a:buFont typeface="Trebuchet MS"/>
              <a:buNone/>
            </a:pPr>
            <a:r>
              <a:rPr b="1" i="0" lang="en" sz="2400" u="none" cap="none" strike="noStrike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Icon library</a:t>
            </a:r>
            <a:endParaRPr sz="1100"/>
          </a:p>
        </p:txBody>
      </p:sp>
      <p:sp>
        <p:nvSpPr>
          <p:cNvPr id="336" name="Google Shape;336;p25"/>
          <p:cNvSpPr txBox="1"/>
          <p:nvPr/>
        </p:nvSpPr>
        <p:spPr>
          <a:xfrm>
            <a:off x="594000" y="1028183"/>
            <a:ext cx="7956000" cy="27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None/>
            </a:pPr>
            <a:r>
              <a:rPr b="0" i="0" lang="en" sz="1500" u="none" cap="none" strike="noStrike">
                <a:solidFill>
                  <a:srgbClr val="507AC2"/>
                </a:solidFill>
                <a:latin typeface="Trebuchet MS"/>
                <a:ea typeface="Trebuchet MS"/>
                <a:cs typeface="Trebuchet MS"/>
                <a:sym typeface="Trebuchet MS"/>
              </a:rPr>
              <a:t>Change icon color: </a:t>
            </a:r>
            <a:r>
              <a:rPr b="1" i="1" lang="en" sz="1500" u="none" cap="none" strike="noStrike">
                <a:solidFill>
                  <a:srgbClr val="507AC2"/>
                </a:solidFill>
                <a:latin typeface="Trebuchet MS"/>
                <a:ea typeface="Trebuchet MS"/>
                <a:cs typeface="Trebuchet MS"/>
                <a:sym typeface="Trebuchet MS"/>
              </a:rPr>
              <a:t>click on graphic &gt; graphics format &gt; graphics fill</a:t>
            </a:r>
            <a:endParaRPr b="1" i="1" sz="1500" u="none" cap="none" strike="noStrike">
              <a:solidFill>
                <a:srgbClr val="507AC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7" name="Google Shape;33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4211" y="1508527"/>
            <a:ext cx="347143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3090" y="1508527"/>
            <a:ext cx="394342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310" y="1508527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8816" y="1508527"/>
            <a:ext cx="385714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4170" y="1508527"/>
            <a:ext cx="230114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1763" y="1508527"/>
            <a:ext cx="467308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99875" y="1508527"/>
            <a:ext cx="212143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21948" y="1508527"/>
            <a:ext cx="368182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999" y="1508527"/>
            <a:ext cx="613637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91100" y="2193474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3999" y="2193474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784301" y="2193474"/>
            <a:ext cx="379688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52190" y="2193474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414842" y="2193474"/>
            <a:ext cx="393428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945391" y="2193474"/>
            <a:ext cx="28125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589673" y="2193474"/>
            <a:ext cx="418064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96472" y="2193474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195938" y="2193474"/>
            <a:ext cx="37125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755390" y="2193474"/>
            <a:ext cx="358714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302306" y="2193474"/>
            <a:ext cx="392727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83867" y="2193474"/>
            <a:ext cx="416912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488987" y="2193474"/>
            <a:ext cx="418064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103691" y="2193474"/>
            <a:ext cx="540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24681" y="2811397"/>
            <a:ext cx="343637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191100" y="2811397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818882" y="2811397"/>
            <a:ext cx="431129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472793" y="2811397"/>
            <a:ext cx="277715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973290" y="2811397"/>
            <a:ext cx="380455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576527" y="2811397"/>
            <a:ext cx="360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5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154020" y="2806177"/>
            <a:ext cx="413438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5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4749594" y="2816571"/>
            <a:ext cx="275567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5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5205634" y="2820359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5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131482" y="3403904"/>
            <a:ext cx="384123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5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690277" y="3413805"/>
            <a:ext cx="367422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5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5791106" y="2781555"/>
            <a:ext cx="219375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5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3872324" y="3423783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5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3290605" y="3403904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5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2230939" y="3423783"/>
            <a:ext cx="396563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5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2800741" y="3387413"/>
            <a:ext cx="313144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5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7709669" y="2804587"/>
            <a:ext cx="275566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5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7201999" y="2822148"/>
            <a:ext cx="283917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5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6190954" y="2802593"/>
            <a:ext cx="272755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5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5582454" y="3417221"/>
            <a:ext cx="342371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5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589781" y="3412055"/>
            <a:ext cx="367031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5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6642329" y="2827680"/>
            <a:ext cx="383906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5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8160999" y="2804587"/>
            <a:ext cx="375469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5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115685" y="3438007"/>
            <a:ext cx="467678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6699149" y="3427817"/>
            <a:ext cx="505542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5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7367638" y="3412055"/>
            <a:ext cx="434213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6451711" y="1508527"/>
            <a:ext cx="409765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5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5849931" y="1502317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5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7964891" y="3412055"/>
            <a:ext cx="428276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5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4454044" y="3434539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5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5052766" y="3432613"/>
            <a:ext cx="335966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5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593314" y="4021827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5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1131482" y="4021827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5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1721639" y="4027421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5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3340069" y="4001469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5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2801900" y="4006634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5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2263732" y="4006634"/>
            <a:ext cx="405000" cy="4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3">
  <p:cSld name="Icon library 3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"/>
          <p:cNvSpPr txBox="1"/>
          <p:nvPr/>
        </p:nvSpPr>
        <p:spPr>
          <a:xfrm>
            <a:off x="594000" y="452005"/>
            <a:ext cx="7956000" cy="531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2400"/>
              <a:buFont typeface="Trebuchet MS"/>
              <a:buNone/>
            </a:pPr>
            <a:r>
              <a:rPr b="1" i="0" lang="en" sz="2400" u="none" cap="none" strike="noStrike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Icon library</a:t>
            </a:r>
            <a:endParaRPr sz="1100"/>
          </a:p>
        </p:txBody>
      </p:sp>
      <p:sp>
        <p:nvSpPr>
          <p:cNvPr id="399" name="Google Shape;399;p26"/>
          <p:cNvSpPr txBox="1"/>
          <p:nvPr/>
        </p:nvSpPr>
        <p:spPr>
          <a:xfrm>
            <a:off x="594000" y="1028183"/>
            <a:ext cx="7956000" cy="27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07AC2"/>
              </a:buClr>
              <a:buSzPts val="1500"/>
              <a:buFont typeface="Noto Sans Symbols"/>
              <a:buNone/>
            </a:pPr>
            <a:r>
              <a:rPr b="0" i="0" lang="en" sz="1500" u="none" cap="none" strike="noStrike">
                <a:solidFill>
                  <a:srgbClr val="507AC2"/>
                </a:solidFill>
                <a:latin typeface="Trebuchet MS"/>
                <a:ea typeface="Trebuchet MS"/>
                <a:cs typeface="Trebuchet MS"/>
                <a:sym typeface="Trebuchet MS"/>
              </a:rPr>
              <a:t>Change icon color: </a:t>
            </a:r>
            <a:r>
              <a:rPr b="1" i="1" lang="en" sz="1500" u="none" cap="none" strike="noStrike">
                <a:solidFill>
                  <a:srgbClr val="507AC2"/>
                </a:solidFill>
                <a:latin typeface="Trebuchet MS"/>
                <a:ea typeface="Trebuchet MS"/>
                <a:cs typeface="Trebuchet MS"/>
                <a:sym typeface="Trebuchet MS"/>
              </a:rPr>
              <a:t>click on graphic &gt; graphics format &gt; graphics fill</a:t>
            </a:r>
            <a:endParaRPr b="1" i="1" sz="1500" u="none" cap="none" strike="noStrike">
              <a:solidFill>
                <a:srgbClr val="507AC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0" name="Google Shape;40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000" y="1639338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5396" y="1633649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4905" y="1639338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4414" y="1633649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3923" y="1639338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9375" y="1639338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4827" y="1639338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0279" y="1639338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25732" y="1639338"/>
            <a:ext cx="405000" cy="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41184" y="1639338"/>
            <a:ext cx="405000" cy="4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 only">
  <p:cSld name="Light 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8"/>
          <p:cNvSpPr txBox="1"/>
          <p:nvPr>
            <p:ph type="title"/>
          </p:nvPr>
        </p:nvSpPr>
        <p:spPr>
          <a:xfrm>
            <a:off x="628650" y="188123"/>
            <a:ext cx="78867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asic">
  <p:cSld name="Light basic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9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5" name="Google Shape;425;p29"/>
          <p:cNvSpPr txBox="1"/>
          <p:nvPr>
            <p:ph idx="1" type="body"/>
          </p:nvPr>
        </p:nvSpPr>
        <p:spPr>
          <a:xfrm>
            <a:off x="628650" y="963216"/>
            <a:ext cx="78867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6195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6195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picture right">
  <p:cSld name="Light picture righ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0"/>
          <p:cNvSpPr txBox="1"/>
          <p:nvPr>
            <p:ph type="title"/>
          </p:nvPr>
        </p:nvSpPr>
        <p:spPr>
          <a:xfrm>
            <a:off x="628650" y="197644"/>
            <a:ext cx="37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28" name="Google Shape;428;p30"/>
          <p:cNvSpPr txBox="1"/>
          <p:nvPr>
            <p:ph idx="1" type="body"/>
          </p:nvPr>
        </p:nvSpPr>
        <p:spPr>
          <a:xfrm>
            <a:off x="628650" y="1344216"/>
            <a:ext cx="3707001" cy="3525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68398E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6195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ED631C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6195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01A2A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E82E4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29" name="Google Shape;429;p30"/>
          <p:cNvSpPr/>
          <p:nvPr>
            <p:ph idx="2" type="pic"/>
          </p:nvPr>
        </p:nvSpPr>
        <p:spPr>
          <a:xfrm>
            <a:off x="4808351" y="0"/>
            <a:ext cx="4335649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picture left">
  <p:cSld name="Light picture left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"/>
          <p:cNvSpPr/>
          <p:nvPr>
            <p:ph idx="2" type="pic"/>
          </p:nvPr>
        </p:nvSpPr>
        <p:spPr>
          <a:xfrm>
            <a:off x="-3873" y="0"/>
            <a:ext cx="4335649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1"/>
          <p:cNvSpPr txBox="1"/>
          <p:nvPr>
            <p:ph type="title"/>
          </p:nvPr>
        </p:nvSpPr>
        <p:spPr>
          <a:xfrm>
            <a:off x="4812226" y="197644"/>
            <a:ext cx="37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33" name="Google Shape;433;p31"/>
          <p:cNvSpPr txBox="1"/>
          <p:nvPr>
            <p:ph idx="1" type="body"/>
          </p:nvPr>
        </p:nvSpPr>
        <p:spPr>
          <a:xfrm>
            <a:off x="4812226" y="1344216"/>
            <a:ext cx="37071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61950" lvl="1" marL="914400" marR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61950" lvl="2" marL="1371600" marR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plit">
  <p:cSld name="Light split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2"/>
          <p:cNvSpPr/>
          <p:nvPr/>
        </p:nvSpPr>
        <p:spPr>
          <a:xfrm>
            <a:off x="0" y="0"/>
            <a:ext cx="4331775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6" name="Google Shape;436;p32"/>
          <p:cNvSpPr txBox="1"/>
          <p:nvPr>
            <p:ph type="title"/>
          </p:nvPr>
        </p:nvSpPr>
        <p:spPr>
          <a:xfrm>
            <a:off x="4812226" y="273844"/>
            <a:ext cx="3707001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37" name="Google Shape;437;p32"/>
          <p:cNvSpPr txBox="1"/>
          <p:nvPr>
            <p:ph idx="1" type="body"/>
          </p:nvPr>
        </p:nvSpPr>
        <p:spPr>
          <a:xfrm>
            <a:off x="4812226" y="1344216"/>
            <a:ext cx="3707001" cy="3525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61950" lvl="1" marL="9144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ED631C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61950" lvl="2" marL="13716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01A2A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68398E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E82E4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pic>
        <p:nvPicPr>
          <p:cNvPr id="438" name="Google Shape;43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556" y="4815845"/>
            <a:ext cx="448967" cy="238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7882707" y="5322462"/>
            <a:ext cx="363465" cy="363465"/>
          </a:xfrm>
          <a:prstGeom prst="rect">
            <a:avLst/>
          </a:prstGeom>
          <a:solidFill>
            <a:srgbClr val="E82E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E82E4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8780535" y="5322462"/>
            <a:ext cx="363465" cy="363465"/>
          </a:xfrm>
          <a:prstGeom prst="rect">
            <a:avLst/>
          </a:prstGeom>
          <a:solidFill>
            <a:srgbClr val="FBB6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8331622" y="5322462"/>
            <a:ext cx="363465" cy="363465"/>
          </a:xfrm>
          <a:prstGeom prst="rect">
            <a:avLst/>
          </a:prstGeom>
          <a:solidFill>
            <a:srgbClr val="00A0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7433792" y="5322462"/>
            <a:ext cx="363465" cy="363465"/>
          </a:xfrm>
          <a:prstGeom prst="rect">
            <a:avLst/>
          </a:prstGeom>
          <a:solidFill>
            <a:srgbClr val="123F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087203" y="5323049"/>
            <a:ext cx="363413" cy="363413"/>
          </a:xfrm>
          <a:prstGeom prst="rect">
            <a:avLst/>
          </a:prstGeom>
          <a:solidFill>
            <a:srgbClr val="ED63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638340" y="5323049"/>
            <a:ext cx="363413" cy="363413"/>
          </a:xfrm>
          <a:prstGeom prst="rect">
            <a:avLst/>
          </a:prstGeom>
          <a:solidFill>
            <a:srgbClr val="01A2A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6536066" y="5323049"/>
            <a:ext cx="363413" cy="363413"/>
          </a:xfrm>
          <a:prstGeom prst="rect">
            <a:avLst/>
          </a:prstGeom>
          <a:solidFill>
            <a:srgbClr val="68398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984929" y="5323049"/>
            <a:ext cx="363413" cy="363413"/>
          </a:xfrm>
          <a:prstGeom prst="rect">
            <a:avLst/>
          </a:prstGeom>
          <a:solidFill>
            <a:srgbClr val="14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7882707" y="5322462"/>
            <a:ext cx="363465" cy="363465"/>
          </a:xfrm>
          <a:prstGeom prst="rect">
            <a:avLst/>
          </a:prstGeom>
          <a:solidFill>
            <a:srgbClr val="E82E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E82E4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8780535" y="5322462"/>
            <a:ext cx="363465" cy="363465"/>
          </a:xfrm>
          <a:prstGeom prst="rect">
            <a:avLst/>
          </a:prstGeom>
          <a:solidFill>
            <a:srgbClr val="FBB6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8331622" y="5322462"/>
            <a:ext cx="363465" cy="363465"/>
          </a:xfrm>
          <a:prstGeom prst="rect">
            <a:avLst/>
          </a:prstGeom>
          <a:solidFill>
            <a:srgbClr val="00A0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7433792" y="5322462"/>
            <a:ext cx="363465" cy="363465"/>
          </a:xfrm>
          <a:prstGeom prst="rect">
            <a:avLst/>
          </a:prstGeom>
          <a:solidFill>
            <a:srgbClr val="123F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6087203" y="5323049"/>
            <a:ext cx="363413" cy="363413"/>
          </a:xfrm>
          <a:prstGeom prst="rect">
            <a:avLst/>
          </a:prstGeom>
          <a:solidFill>
            <a:srgbClr val="ED63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5638340" y="5323049"/>
            <a:ext cx="363413" cy="363413"/>
          </a:xfrm>
          <a:prstGeom prst="rect">
            <a:avLst/>
          </a:prstGeom>
          <a:solidFill>
            <a:srgbClr val="01A2A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6536066" y="5323049"/>
            <a:ext cx="363413" cy="363413"/>
          </a:xfrm>
          <a:prstGeom prst="rect">
            <a:avLst/>
          </a:prstGeom>
          <a:solidFill>
            <a:srgbClr val="68398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984929" y="5323049"/>
            <a:ext cx="363413" cy="363413"/>
          </a:xfrm>
          <a:prstGeom prst="rect">
            <a:avLst/>
          </a:prstGeom>
          <a:solidFill>
            <a:srgbClr val="14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/>
          <p:nvPr/>
        </p:nvSpPr>
        <p:spPr>
          <a:xfrm>
            <a:off x="7882707" y="5322462"/>
            <a:ext cx="363465" cy="363465"/>
          </a:xfrm>
          <a:prstGeom prst="rect">
            <a:avLst/>
          </a:prstGeom>
          <a:solidFill>
            <a:srgbClr val="E82E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E82E4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8780535" y="5322462"/>
            <a:ext cx="363465" cy="363465"/>
          </a:xfrm>
          <a:prstGeom prst="rect">
            <a:avLst/>
          </a:prstGeom>
          <a:solidFill>
            <a:srgbClr val="FBB6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8331622" y="5322462"/>
            <a:ext cx="363465" cy="363465"/>
          </a:xfrm>
          <a:prstGeom prst="rect">
            <a:avLst/>
          </a:prstGeom>
          <a:solidFill>
            <a:srgbClr val="00A0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7433792" y="5322462"/>
            <a:ext cx="363465" cy="363465"/>
          </a:xfrm>
          <a:prstGeom prst="rect">
            <a:avLst/>
          </a:prstGeom>
          <a:solidFill>
            <a:srgbClr val="123F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6087203" y="5323049"/>
            <a:ext cx="363413" cy="363413"/>
          </a:xfrm>
          <a:prstGeom prst="rect">
            <a:avLst/>
          </a:prstGeom>
          <a:solidFill>
            <a:srgbClr val="ED63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5638340" y="5323049"/>
            <a:ext cx="363413" cy="363413"/>
          </a:xfrm>
          <a:prstGeom prst="rect">
            <a:avLst/>
          </a:prstGeom>
          <a:solidFill>
            <a:srgbClr val="01A2A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6536066" y="5323049"/>
            <a:ext cx="363413" cy="363413"/>
          </a:xfrm>
          <a:prstGeom prst="rect">
            <a:avLst/>
          </a:prstGeom>
          <a:solidFill>
            <a:srgbClr val="68398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6984929" y="5323049"/>
            <a:ext cx="363413" cy="363413"/>
          </a:xfrm>
          <a:prstGeom prst="rect">
            <a:avLst/>
          </a:prstGeom>
          <a:solidFill>
            <a:srgbClr val="14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  <a:defRPr b="1" i="0" sz="3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id="156" name="Google Shape;156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030" y="4842651"/>
            <a:ext cx="457411" cy="243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"/>
          <p:cNvSpPr/>
          <p:nvPr/>
        </p:nvSpPr>
        <p:spPr>
          <a:xfrm>
            <a:off x="7882707" y="5322462"/>
            <a:ext cx="363465" cy="363465"/>
          </a:xfrm>
          <a:prstGeom prst="rect">
            <a:avLst/>
          </a:prstGeom>
          <a:solidFill>
            <a:srgbClr val="E82E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E82E4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8780535" y="5322462"/>
            <a:ext cx="363465" cy="363465"/>
          </a:xfrm>
          <a:prstGeom prst="rect">
            <a:avLst/>
          </a:prstGeom>
          <a:solidFill>
            <a:srgbClr val="FBB6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8331622" y="5322462"/>
            <a:ext cx="363465" cy="363465"/>
          </a:xfrm>
          <a:prstGeom prst="rect">
            <a:avLst/>
          </a:prstGeom>
          <a:solidFill>
            <a:srgbClr val="00A0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7433792" y="5322462"/>
            <a:ext cx="363465" cy="363465"/>
          </a:xfrm>
          <a:prstGeom prst="rect">
            <a:avLst/>
          </a:prstGeom>
          <a:solidFill>
            <a:srgbClr val="123F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6087203" y="5323049"/>
            <a:ext cx="363413" cy="363413"/>
          </a:xfrm>
          <a:prstGeom prst="rect">
            <a:avLst/>
          </a:prstGeom>
          <a:solidFill>
            <a:srgbClr val="ED63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5638340" y="5323049"/>
            <a:ext cx="363413" cy="363413"/>
          </a:xfrm>
          <a:prstGeom prst="rect">
            <a:avLst/>
          </a:prstGeom>
          <a:solidFill>
            <a:srgbClr val="01A2A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6536066" y="5323049"/>
            <a:ext cx="363413" cy="363413"/>
          </a:xfrm>
          <a:prstGeom prst="rect">
            <a:avLst/>
          </a:prstGeom>
          <a:solidFill>
            <a:srgbClr val="68398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6984929" y="5323049"/>
            <a:ext cx="363413" cy="363413"/>
          </a:xfrm>
          <a:prstGeom prst="rect">
            <a:avLst/>
          </a:prstGeom>
          <a:solidFill>
            <a:srgbClr val="14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9" name="Google Shape;419;p27"/>
          <p:cNvSpPr txBox="1"/>
          <p:nvPr>
            <p:ph type="title"/>
          </p:nvPr>
        </p:nvSpPr>
        <p:spPr>
          <a:xfrm>
            <a:off x="628650" y="188123"/>
            <a:ext cx="78867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rebuchet MS"/>
              <a:buNone/>
              <a:defRPr b="1" i="0" sz="25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420" name="Google Shape;42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6556" y="4815845"/>
            <a:ext cx="448967" cy="2385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  <p:sldLayoutId id="2147483672" r:id="rId4"/>
    <p:sldLayoutId id="2147483673" r:id="rId5"/>
    <p:sldLayoutId id="214748367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4.jpg"/><Relationship Id="rId4" Type="http://schemas.openxmlformats.org/officeDocument/2006/relationships/image" Target="../media/image165.jpg"/><Relationship Id="rId9" Type="http://schemas.openxmlformats.org/officeDocument/2006/relationships/hyperlink" Target="https://www.freepik.com/author/stories" TargetMode="External"/><Relationship Id="rId5" Type="http://schemas.openxmlformats.org/officeDocument/2006/relationships/image" Target="../media/image174.jpg"/><Relationship Id="rId6" Type="http://schemas.openxmlformats.org/officeDocument/2006/relationships/hyperlink" Target="https://www.freepik.com/free-vector/desktop-computer-vconcept-illustration_32318401.htm" TargetMode="External"/><Relationship Id="rId7" Type="http://schemas.openxmlformats.org/officeDocument/2006/relationships/hyperlink" Target="https://www.freepik.com/free-vector/memory-storage-concept-illustration_10117876.htm" TargetMode="External"/><Relationship Id="rId8" Type="http://schemas.openxmlformats.org/officeDocument/2006/relationships/hyperlink" Target="https://www.freepik.com/free-vector/server-room-concept-illustration_82466230.htm" TargetMode="External"/><Relationship Id="rId10" Type="http://schemas.openxmlformats.org/officeDocument/2006/relationships/hyperlink" Target="http://freepik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4.png"/><Relationship Id="rId4" Type="http://schemas.openxmlformats.org/officeDocument/2006/relationships/image" Target="../media/image16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7.jpg"/><Relationship Id="rId4" Type="http://schemas.openxmlformats.org/officeDocument/2006/relationships/image" Target="../media/image16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2.png"/><Relationship Id="rId4" Type="http://schemas.openxmlformats.org/officeDocument/2006/relationships/image" Target="../media/image168.png"/><Relationship Id="rId5" Type="http://schemas.openxmlformats.org/officeDocument/2006/relationships/image" Target="../media/image156.png"/><Relationship Id="rId6" Type="http://schemas.openxmlformats.org/officeDocument/2006/relationships/image" Target="../media/image158.png"/><Relationship Id="rId7" Type="http://schemas.openxmlformats.org/officeDocument/2006/relationships/image" Target="../media/image15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0.png"/><Relationship Id="rId4" Type="http://schemas.openxmlformats.org/officeDocument/2006/relationships/image" Target="../media/image168.png"/><Relationship Id="rId5" Type="http://schemas.openxmlformats.org/officeDocument/2006/relationships/image" Target="../media/image156.png"/><Relationship Id="rId6" Type="http://schemas.openxmlformats.org/officeDocument/2006/relationships/image" Target="../media/image158.png"/><Relationship Id="rId7" Type="http://schemas.openxmlformats.org/officeDocument/2006/relationships/image" Target="../media/image159.png"/><Relationship Id="rId8" Type="http://schemas.openxmlformats.org/officeDocument/2006/relationships/image" Target="../media/image1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5" Type="http://schemas.openxmlformats.org/officeDocument/2006/relationships/image" Target="../media/image166.png"/><Relationship Id="rId6" Type="http://schemas.openxmlformats.org/officeDocument/2006/relationships/image" Target="../media/image1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5" Type="http://schemas.openxmlformats.org/officeDocument/2006/relationships/image" Target="../media/image166.png"/><Relationship Id="rId6" Type="http://schemas.openxmlformats.org/officeDocument/2006/relationships/image" Target="../media/image16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5" Type="http://schemas.openxmlformats.org/officeDocument/2006/relationships/image" Target="../media/image166.png"/><Relationship Id="rId6" Type="http://schemas.openxmlformats.org/officeDocument/2006/relationships/image" Target="../media/image1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5" Type="http://schemas.openxmlformats.org/officeDocument/2006/relationships/image" Target="../media/image161.png"/><Relationship Id="rId6" Type="http://schemas.openxmlformats.org/officeDocument/2006/relationships/image" Target="../media/image166.png"/><Relationship Id="rId7" Type="http://schemas.openxmlformats.org/officeDocument/2006/relationships/image" Target="../media/image1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6.png"/><Relationship Id="rId4" Type="http://schemas.openxmlformats.org/officeDocument/2006/relationships/image" Target="../media/image17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9" Type="http://schemas.openxmlformats.org/officeDocument/2006/relationships/hyperlink" Target="https://docs.vscentrum.be/leuven/tier2_hardware.html" TargetMode="External"/><Relationship Id="rId5" Type="http://schemas.openxmlformats.org/officeDocument/2006/relationships/image" Target="../media/image172.png"/><Relationship Id="rId6" Type="http://schemas.openxmlformats.org/officeDocument/2006/relationships/hyperlink" Target="https://docs.datacore.vib.be/compute-cluster/#hardware" TargetMode="External"/><Relationship Id="rId7" Type="http://schemas.openxmlformats.org/officeDocument/2006/relationships/hyperlink" Target="https://docs.vscentrum.be/gent/tier2_hardware.html" TargetMode="External"/><Relationship Id="rId8" Type="http://schemas.openxmlformats.org/officeDocument/2006/relationships/hyperlink" Target="https://docs.vscentrum.be/gent/tier1_hortense.html#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9" Type="http://schemas.openxmlformats.org/officeDocument/2006/relationships/hyperlink" Target="https://docs.vscentrum.be/leuven/tier2_hardware.html" TargetMode="External"/><Relationship Id="rId5" Type="http://schemas.openxmlformats.org/officeDocument/2006/relationships/image" Target="../media/image172.png"/><Relationship Id="rId6" Type="http://schemas.openxmlformats.org/officeDocument/2006/relationships/hyperlink" Target="https://docs.datacore.vib.be/compute-cluster/#hardware" TargetMode="External"/><Relationship Id="rId7" Type="http://schemas.openxmlformats.org/officeDocument/2006/relationships/hyperlink" Target="https://docs.vscentrum.be/gent/tier2_hardware.html" TargetMode="External"/><Relationship Id="rId8" Type="http://schemas.openxmlformats.org/officeDocument/2006/relationships/hyperlink" Target="https://docs.vscentrum.be/gent/tier1_hortense.html#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ompute.vib.be" TargetMode="External"/><Relationship Id="rId4" Type="http://schemas.openxmlformats.org/officeDocument/2006/relationships/hyperlink" Target="https://login.hpc.ugent.be" TargetMode="External"/><Relationship Id="rId9" Type="http://schemas.openxmlformats.org/officeDocument/2006/relationships/image" Target="../media/image177.png"/><Relationship Id="rId5" Type="http://schemas.openxmlformats.org/officeDocument/2006/relationships/hyperlink" Target="https://tier1.hpc.ugent.be/" TargetMode="External"/><Relationship Id="rId6" Type="http://schemas.openxmlformats.org/officeDocument/2006/relationships/hyperlink" Target="https://ondemand.hpc.kuleuven.be/" TargetMode="External"/><Relationship Id="rId7" Type="http://schemas.openxmlformats.org/officeDocument/2006/relationships/image" Target="../media/image181.png"/><Relationship Id="rId8" Type="http://schemas.openxmlformats.org/officeDocument/2006/relationships/image" Target="../media/image19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71.png"/><Relationship Id="rId5" Type="http://schemas.openxmlformats.org/officeDocument/2006/relationships/image" Target="../media/image160.png"/><Relationship Id="rId6" Type="http://schemas.openxmlformats.org/officeDocument/2006/relationships/image" Target="../media/image180.png"/><Relationship Id="rId7" Type="http://schemas.openxmlformats.org/officeDocument/2006/relationships/image" Target="../media/image173.png"/><Relationship Id="rId8" Type="http://schemas.openxmlformats.org/officeDocument/2006/relationships/image" Target="../media/image176.png"/><Relationship Id="rId11" Type="http://schemas.openxmlformats.org/officeDocument/2006/relationships/image" Target="../media/image166.png"/><Relationship Id="rId10" Type="http://schemas.openxmlformats.org/officeDocument/2006/relationships/image" Target="../media/image16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71.png"/><Relationship Id="rId5" Type="http://schemas.openxmlformats.org/officeDocument/2006/relationships/image" Target="../media/image160.png"/><Relationship Id="rId6" Type="http://schemas.openxmlformats.org/officeDocument/2006/relationships/image" Target="../media/image180.png"/><Relationship Id="rId7" Type="http://schemas.openxmlformats.org/officeDocument/2006/relationships/image" Target="../media/image173.png"/><Relationship Id="rId8" Type="http://schemas.openxmlformats.org/officeDocument/2006/relationships/image" Target="../media/image176.png"/><Relationship Id="rId11" Type="http://schemas.openxmlformats.org/officeDocument/2006/relationships/image" Target="../media/image166.png"/><Relationship Id="rId10" Type="http://schemas.openxmlformats.org/officeDocument/2006/relationships/image" Target="../media/image16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71.png"/><Relationship Id="rId5" Type="http://schemas.openxmlformats.org/officeDocument/2006/relationships/image" Target="../media/image160.png"/><Relationship Id="rId6" Type="http://schemas.openxmlformats.org/officeDocument/2006/relationships/image" Target="../media/image180.png"/><Relationship Id="rId7" Type="http://schemas.openxmlformats.org/officeDocument/2006/relationships/image" Target="../media/image173.png"/><Relationship Id="rId8" Type="http://schemas.openxmlformats.org/officeDocument/2006/relationships/image" Target="../media/image176.png"/><Relationship Id="rId11" Type="http://schemas.openxmlformats.org/officeDocument/2006/relationships/image" Target="../media/image166.png"/><Relationship Id="rId10" Type="http://schemas.openxmlformats.org/officeDocument/2006/relationships/image" Target="../media/image16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71.png"/><Relationship Id="rId5" Type="http://schemas.openxmlformats.org/officeDocument/2006/relationships/image" Target="../media/image160.png"/><Relationship Id="rId6" Type="http://schemas.openxmlformats.org/officeDocument/2006/relationships/image" Target="../media/image180.png"/><Relationship Id="rId7" Type="http://schemas.openxmlformats.org/officeDocument/2006/relationships/image" Target="../media/image173.png"/><Relationship Id="rId8" Type="http://schemas.openxmlformats.org/officeDocument/2006/relationships/image" Target="../media/image176.png"/><Relationship Id="rId11" Type="http://schemas.openxmlformats.org/officeDocument/2006/relationships/image" Target="../media/image166.png"/><Relationship Id="rId10" Type="http://schemas.openxmlformats.org/officeDocument/2006/relationships/image" Target="../media/image1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compute.vib.be" TargetMode="External"/><Relationship Id="rId4" Type="http://schemas.openxmlformats.org/officeDocument/2006/relationships/hyperlink" Target="https://login.hpc.ugent.b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compute.vib.be" TargetMode="External"/><Relationship Id="rId4" Type="http://schemas.openxmlformats.org/officeDocument/2006/relationships/hyperlink" Target="https://login.hpc.ugent.be" TargetMode="External"/><Relationship Id="rId5" Type="http://schemas.openxmlformats.org/officeDocument/2006/relationships/image" Target="../media/image182.png"/><Relationship Id="rId6" Type="http://schemas.openxmlformats.org/officeDocument/2006/relationships/image" Target="../media/image184.png"/><Relationship Id="rId7" Type="http://schemas.openxmlformats.org/officeDocument/2006/relationships/image" Target="../media/image19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compute.vib.be" TargetMode="External"/><Relationship Id="rId4" Type="http://schemas.openxmlformats.org/officeDocument/2006/relationships/hyperlink" Target="https://login.hpc.ugent.be" TargetMode="External"/><Relationship Id="rId5" Type="http://schemas.openxmlformats.org/officeDocument/2006/relationships/image" Target="../media/image186.png"/><Relationship Id="rId6" Type="http://schemas.openxmlformats.org/officeDocument/2006/relationships/image" Target="../media/image19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account.vscentrum.be/django//" TargetMode="External"/><Relationship Id="rId4" Type="http://schemas.openxmlformats.org/officeDocument/2006/relationships/hyperlink" Target="https://account.vscentrum.be/django//" TargetMode="External"/><Relationship Id="rId5" Type="http://schemas.openxmlformats.org/officeDocument/2006/relationships/image" Target="../media/image185.png"/><Relationship Id="rId6" Type="http://schemas.openxmlformats.org/officeDocument/2006/relationships/image" Target="../media/image18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account.vscentrum.be/django/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7.png"/><Relationship Id="rId4" Type="http://schemas.openxmlformats.org/officeDocument/2006/relationships/hyperlink" Target="https://compute.vib.be" TargetMode="External"/><Relationship Id="rId5" Type="http://schemas.openxmlformats.org/officeDocument/2006/relationships/hyperlink" Target="https://login.hpc.ugent.be" TargetMode="External"/><Relationship Id="rId6" Type="http://schemas.openxmlformats.org/officeDocument/2006/relationships/image" Target="../media/image188.png"/><Relationship Id="rId7" Type="http://schemas.openxmlformats.org/officeDocument/2006/relationships/image" Target="../media/image19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4.png"/><Relationship Id="rId4" Type="http://schemas.openxmlformats.org/officeDocument/2006/relationships/hyperlink" Target="https://compute.vib.be" TargetMode="External"/><Relationship Id="rId5" Type="http://schemas.openxmlformats.org/officeDocument/2006/relationships/hyperlink" Target="https://login.hpc.ugent.b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4.png"/><Relationship Id="rId4" Type="http://schemas.openxmlformats.org/officeDocument/2006/relationships/hyperlink" Target="https://compute.vib.be" TargetMode="External"/><Relationship Id="rId5" Type="http://schemas.openxmlformats.org/officeDocument/2006/relationships/hyperlink" Target="https://login.hpc.ugent.be" TargetMode="External"/><Relationship Id="rId6" Type="http://schemas.openxmlformats.org/officeDocument/2006/relationships/image" Target="../media/image190.png"/><Relationship Id="rId7" Type="http://schemas.openxmlformats.org/officeDocument/2006/relationships/image" Target="../media/image162.png"/><Relationship Id="rId8" Type="http://schemas.openxmlformats.org/officeDocument/2006/relationships/image" Target="../media/image19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compute.vib.be" TargetMode="External"/><Relationship Id="rId4" Type="http://schemas.openxmlformats.org/officeDocument/2006/relationships/hyperlink" Target="https://login.hpc.ugent.be" TargetMode="External"/><Relationship Id="rId5" Type="http://schemas.openxmlformats.org/officeDocument/2006/relationships/image" Target="../media/image194.png"/><Relationship Id="rId6" Type="http://schemas.openxmlformats.org/officeDocument/2006/relationships/image" Target="../media/image197.png"/><Relationship Id="rId7" Type="http://schemas.openxmlformats.org/officeDocument/2006/relationships/image" Target="../media/image19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95.png"/><Relationship Id="rId4" Type="http://schemas.openxmlformats.org/officeDocument/2006/relationships/image" Target="../media/image168.png"/><Relationship Id="rId5" Type="http://schemas.openxmlformats.org/officeDocument/2006/relationships/image" Target="../media/image201.png"/><Relationship Id="rId6" Type="http://schemas.openxmlformats.org/officeDocument/2006/relationships/image" Target="../media/image18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1.png"/><Relationship Id="rId4" Type="http://schemas.openxmlformats.org/officeDocument/2006/relationships/image" Target="../media/image186.png"/><Relationship Id="rId5" Type="http://schemas.openxmlformats.org/officeDocument/2006/relationships/image" Target="../media/image16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01.png"/><Relationship Id="rId4" Type="http://schemas.openxmlformats.org/officeDocument/2006/relationships/image" Target="../media/image186.png"/><Relationship Id="rId5" Type="http://schemas.openxmlformats.org/officeDocument/2006/relationships/image" Target="../media/image16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99.png"/><Relationship Id="rId4" Type="http://schemas.openxmlformats.org/officeDocument/2006/relationships/image" Target="../media/image187.png"/><Relationship Id="rId9" Type="http://schemas.openxmlformats.org/officeDocument/2006/relationships/image" Target="../media/image204.png"/><Relationship Id="rId5" Type="http://schemas.openxmlformats.org/officeDocument/2006/relationships/image" Target="../media/image206.png"/><Relationship Id="rId6" Type="http://schemas.openxmlformats.org/officeDocument/2006/relationships/hyperlink" Target="https://compute.vib.be" TargetMode="External"/><Relationship Id="rId7" Type="http://schemas.openxmlformats.org/officeDocument/2006/relationships/hyperlink" Target="https://login.hpc.ugent.be" TargetMode="External"/><Relationship Id="rId8" Type="http://schemas.openxmlformats.org/officeDocument/2006/relationships/image" Target="../media/image188.png"/><Relationship Id="rId11" Type="http://schemas.openxmlformats.org/officeDocument/2006/relationships/image" Target="../media/image207.png"/><Relationship Id="rId10" Type="http://schemas.openxmlformats.org/officeDocument/2006/relationships/image" Target="../media/image20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compute.vib.be" TargetMode="External"/><Relationship Id="rId4" Type="http://schemas.openxmlformats.org/officeDocument/2006/relationships/hyperlink" Target="https://login.hpc.ugent.be" TargetMode="External"/><Relationship Id="rId5" Type="http://schemas.openxmlformats.org/officeDocument/2006/relationships/image" Target="../media/image203.png"/><Relationship Id="rId6" Type="http://schemas.openxmlformats.org/officeDocument/2006/relationships/image" Target="../media/image18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0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2.png"/><Relationship Id="rId4" Type="http://schemas.openxmlformats.org/officeDocument/2006/relationships/image" Target="../media/image20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1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11.jpg"/><Relationship Id="rId4" Type="http://schemas.openxmlformats.org/officeDocument/2006/relationships/hyperlink" Target="https://docs.easybuild.io/api/easybuild/tools/modules/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1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11.jpg"/><Relationship Id="rId4" Type="http://schemas.openxmlformats.org/officeDocument/2006/relationships/image" Target="../media/image21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9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5" Type="http://schemas.openxmlformats.org/officeDocument/2006/relationships/image" Target="../media/image16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68.png"/><Relationship Id="rId4" Type="http://schemas.openxmlformats.org/officeDocument/2006/relationships/image" Target="../media/image162.png"/><Relationship Id="rId5" Type="http://schemas.openxmlformats.org/officeDocument/2006/relationships/image" Target="../media/image160.png"/><Relationship Id="rId6" Type="http://schemas.openxmlformats.org/officeDocument/2006/relationships/image" Target="../media/image180.png"/><Relationship Id="rId7" Type="http://schemas.openxmlformats.org/officeDocument/2006/relationships/image" Target="../media/image17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github.com/vib-tcp/introduction_2_HPC/blob/main/code/example_slurm/slurm_vib.sh" TargetMode="External"/><Relationship Id="rId4" Type="http://schemas.openxmlformats.org/officeDocument/2006/relationships/image" Target="../media/image20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1.xml"/><Relationship Id="rId3" Type="http://schemas.openxmlformats.org/officeDocument/2006/relationships/hyperlink" Target="https://account.vscentrum.be/django//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/>
          <p:nvPr/>
        </p:nvSpPr>
        <p:spPr>
          <a:xfrm>
            <a:off x="4949275" y="0"/>
            <a:ext cx="4194600" cy="518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"/>
          <p:cNvSpPr txBox="1"/>
          <p:nvPr>
            <p:ph type="title"/>
          </p:nvPr>
        </p:nvSpPr>
        <p:spPr>
          <a:xfrm>
            <a:off x="0" y="914075"/>
            <a:ext cx="53421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rebuchet MS"/>
              <a:buNone/>
            </a:pPr>
            <a:r>
              <a:rPr lang="en" sz="4500"/>
              <a:t>Intro to HPC</a:t>
            </a:r>
            <a:endParaRPr sz="4500"/>
          </a:p>
        </p:txBody>
      </p:sp>
      <p:sp>
        <p:nvSpPr>
          <p:cNvPr id="445" name="Google Shape;445;p33"/>
          <p:cNvSpPr txBox="1"/>
          <p:nvPr>
            <p:ph idx="1" type="body"/>
          </p:nvPr>
        </p:nvSpPr>
        <p:spPr>
          <a:xfrm>
            <a:off x="25" y="4642175"/>
            <a:ext cx="5257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000"/>
              <a:t>This material is extended and adapted from </a:t>
            </a:r>
            <a:endParaRPr sz="1000"/>
          </a:p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000"/>
              <a:t>“How to start with spatial omics” module “Data Analysis” by </a:t>
            </a:r>
            <a:r>
              <a:rPr lang="en" sz="1000"/>
              <a:t>Janick Mathys</a:t>
            </a:r>
            <a:endParaRPr sz="1000"/>
          </a:p>
        </p:txBody>
      </p:sp>
      <p:sp>
        <p:nvSpPr>
          <p:cNvPr id="446" name="Google Shape;446;p33"/>
          <p:cNvSpPr txBox="1"/>
          <p:nvPr>
            <p:ph idx="2" type="body"/>
          </p:nvPr>
        </p:nvSpPr>
        <p:spPr>
          <a:xfrm>
            <a:off x="150" y="2350075"/>
            <a:ext cx="53421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>
                <a:solidFill>
                  <a:schemeClr val="dk2"/>
                </a:solidFill>
              </a:rPr>
              <a:t>Bruna Piereck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>
                <a:solidFill>
                  <a:schemeClr val="dk2"/>
                </a:solidFill>
              </a:rPr>
              <a:t>March 2025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47" name="Google Shape;447;p33" title="data-center-with-server-racks-corridor-room-3d-render-digital-data-cloud-technology.jpg"/>
          <p:cNvPicPr preferRelativeResize="0"/>
          <p:nvPr/>
        </p:nvPicPr>
        <p:blipFill rotWithShape="1">
          <a:blip r:embed="rId3">
            <a:alphaModFix/>
          </a:blip>
          <a:srcRect b="0" l="0" r="38057" t="0"/>
          <a:stretch/>
        </p:blipFill>
        <p:spPr>
          <a:xfrm>
            <a:off x="5150175" y="216250"/>
            <a:ext cx="3792799" cy="4748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3"/>
          <p:cNvSpPr/>
          <p:nvPr/>
        </p:nvSpPr>
        <p:spPr>
          <a:xfrm>
            <a:off x="5080000" y="115700"/>
            <a:ext cx="3970500" cy="4913400"/>
          </a:xfrm>
          <a:prstGeom prst="rect">
            <a:avLst/>
          </a:prstGeom>
          <a:solidFill>
            <a:srgbClr val="FFFFFF">
              <a:alpha val="373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"/>
          <p:cNvSpPr txBox="1"/>
          <p:nvPr>
            <p:ph idx="1" type="body"/>
          </p:nvPr>
        </p:nvSpPr>
        <p:spPr>
          <a:xfrm>
            <a:off x="2081053" y="1952923"/>
            <a:ext cx="4118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High-performance computing</a:t>
            </a:r>
            <a:endParaRPr sz="3000"/>
          </a:p>
        </p:txBody>
      </p:sp>
      <p:sp>
        <p:nvSpPr>
          <p:cNvPr id="454" name="Google Shape;454;p34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455" name="Google Shape;455;p34"/>
          <p:cNvCxnSpPr/>
          <p:nvPr/>
        </p:nvCxnSpPr>
        <p:spPr>
          <a:xfrm>
            <a:off x="2018315" y="1594622"/>
            <a:ext cx="2700" cy="2323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5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High-performance computing</a:t>
            </a:r>
            <a:endParaRPr/>
          </a:p>
        </p:txBody>
      </p:sp>
      <p:sp>
        <p:nvSpPr>
          <p:cNvPr id="461" name="Google Shape;461;p35"/>
          <p:cNvSpPr txBox="1"/>
          <p:nvPr>
            <p:ph idx="1" type="body"/>
          </p:nvPr>
        </p:nvSpPr>
        <p:spPr>
          <a:xfrm>
            <a:off x="4078050" y="1855750"/>
            <a:ext cx="50658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Different resources available</a:t>
            </a:r>
            <a:br>
              <a:rPr lang="en" sz="1800"/>
            </a:b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Nodes → parallel </a:t>
            </a:r>
            <a:r>
              <a:rPr lang="en" sz="1800"/>
              <a:t>file system</a:t>
            </a:r>
            <a:br>
              <a:rPr lang="en" sz="1800"/>
            </a:br>
            <a:endParaRPr sz="8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sz="1600"/>
              <a:t>CPU with </a:t>
            </a:r>
            <a:endParaRPr sz="1600"/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Multi-processor </a:t>
            </a:r>
            <a:r>
              <a:rPr lang="en" sz="1300"/>
              <a:t>interconnect</a:t>
            </a:r>
            <a:endParaRPr sz="1300"/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High memory</a:t>
            </a:r>
            <a:endParaRPr sz="13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sz="1600"/>
              <a:t>GPU</a:t>
            </a:r>
            <a:endParaRPr sz="1600"/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Specialized processor</a:t>
            </a:r>
            <a:endParaRPr sz="13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sz="1600"/>
              <a:t>Fast </a:t>
            </a:r>
            <a:r>
              <a:rPr lang="en" sz="1600"/>
              <a:t>interconnection</a:t>
            </a:r>
            <a:endParaRPr sz="1600"/>
          </a:p>
        </p:txBody>
      </p:sp>
      <p:pic>
        <p:nvPicPr>
          <p:cNvPr id="462" name="Google Shape;462;p35" title="435152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713" y="2290225"/>
            <a:ext cx="1088810" cy="11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5" title="994812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8701" y="3530750"/>
            <a:ext cx="1633603" cy="11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5" title="7922058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5749" y="1344227"/>
            <a:ext cx="942765" cy="9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5"/>
          <p:cNvSpPr txBox="1"/>
          <p:nvPr>
            <p:ph idx="1" type="body"/>
          </p:nvPr>
        </p:nvSpPr>
        <p:spPr>
          <a:xfrm>
            <a:off x="-287825" y="1542725"/>
            <a:ext cx="2193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/>
              <a:t>Computer</a:t>
            </a:r>
            <a:endParaRPr/>
          </a:p>
        </p:txBody>
      </p:sp>
      <p:sp>
        <p:nvSpPr>
          <p:cNvPr id="466" name="Google Shape;466;p35"/>
          <p:cNvSpPr txBox="1"/>
          <p:nvPr>
            <p:ph idx="1" type="body"/>
          </p:nvPr>
        </p:nvSpPr>
        <p:spPr>
          <a:xfrm>
            <a:off x="-287825" y="2639613"/>
            <a:ext cx="2193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467" name="Google Shape;467;p35"/>
          <p:cNvSpPr txBox="1"/>
          <p:nvPr>
            <p:ph idx="1" type="body"/>
          </p:nvPr>
        </p:nvSpPr>
        <p:spPr>
          <a:xfrm>
            <a:off x="-287825" y="3880150"/>
            <a:ext cx="2193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/>
              <a:t>HPC</a:t>
            </a:r>
            <a:endParaRPr/>
          </a:p>
        </p:txBody>
      </p:sp>
      <p:sp>
        <p:nvSpPr>
          <p:cNvPr id="468" name="Google Shape;468;p35"/>
          <p:cNvSpPr txBox="1"/>
          <p:nvPr/>
        </p:nvSpPr>
        <p:spPr>
          <a:xfrm>
            <a:off x="508475" y="4835700"/>
            <a:ext cx="28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Illustrations </a:t>
            </a:r>
            <a:r>
              <a:rPr lang="en" sz="800" u="sng">
                <a:solidFill>
                  <a:schemeClr val="hlink"/>
                </a:solidFill>
                <a:hlinkClick r:id="rId6"/>
              </a:rPr>
              <a:t>1</a:t>
            </a:r>
            <a:r>
              <a:rPr lang="en" sz="800"/>
              <a:t>, </a:t>
            </a:r>
            <a:r>
              <a:rPr lang="en" sz="800" u="sng">
                <a:solidFill>
                  <a:schemeClr val="hlink"/>
                </a:solidFill>
                <a:hlinkClick r:id="rId7"/>
              </a:rPr>
              <a:t>2</a:t>
            </a:r>
            <a:r>
              <a:rPr lang="en" sz="800"/>
              <a:t> and </a:t>
            </a:r>
            <a:r>
              <a:rPr lang="en" sz="800" u="sng">
                <a:solidFill>
                  <a:schemeClr val="hlink"/>
                </a:solidFill>
                <a:hlinkClick r:id="rId8"/>
              </a:rPr>
              <a:t>3</a:t>
            </a:r>
            <a:r>
              <a:rPr lang="en" sz="800"/>
              <a:t> by </a:t>
            </a:r>
            <a:r>
              <a:rPr lang="en" sz="800" u="sng">
                <a:solidFill>
                  <a:schemeClr val="hlink"/>
                </a:solidFill>
                <a:hlinkClick r:id="rId9"/>
              </a:rPr>
              <a:t>@storyset</a:t>
            </a:r>
            <a:r>
              <a:rPr lang="en" sz="800"/>
              <a:t> at </a:t>
            </a:r>
            <a:r>
              <a:rPr lang="en" sz="800" u="sng">
                <a:solidFill>
                  <a:schemeClr val="hlink"/>
                </a:solidFill>
                <a:hlinkClick r:id="rId10"/>
              </a:rPr>
              <a:t>Freepik.com</a:t>
            </a:r>
            <a:endParaRPr sz="800"/>
          </a:p>
        </p:txBody>
      </p:sp>
      <p:sp>
        <p:nvSpPr>
          <p:cNvPr id="469" name="Google Shape;469;p35"/>
          <p:cNvSpPr/>
          <p:nvPr/>
        </p:nvSpPr>
        <p:spPr>
          <a:xfrm rot="5400000">
            <a:off x="3287025" y="1859000"/>
            <a:ext cx="686100" cy="61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123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5"/>
          <p:cNvSpPr/>
          <p:nvPr/>
        </p:nvSpPr>
        <p:spPr>
          <a:xfrm rot="5400000">
            <a:off x="3129822" y="2951700"/>
            <a:ext cx="1000500" cy="120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123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5"/>
          <p:cNvSpPr/>
          <p:nvPr/>
        </p:nvSpPr>
        <p:spPr>
          <a:xfrm rot="5400000">
            <a:off x="3129825" y="4118776"/>
            <a:ext cx="1000500" cy="2199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123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6" title="infrastructure-HPC-Tier1-Ugen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3713" y="152400"/>
            <a:ext cx="5356570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7"/>
          <p:cNvSpPr txBox="1"/>
          <p:nvPr>
            <p:ph idx="1" type="body"/>
          </p:nvPr>
        </p:nvSpPr>
        <p:spPr>
          <a:xfrm>
            <a:off x="2081053" y="1495723"/>
            <a:ext cx="4118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Tiers &amp; Resources</a:t>
            </a:r>
            <a:endParaRPr/>
          </a:p>
        </p:txBody>
      </p:sp>
      <p:sp>
        <p:nvSpPr>
          <p:cNvPr id="482" name="Google Shape;482;p37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483" name="Google Shape;483;p37"/>
          <p:cNvCxnSpPr/>
          <p:nvPr/>
        </p:nvCxnSpPr>
        <p:spPr>
          <a:xfrm>
            <a:off x="2018315" y="15946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8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EU model: </a:t>
            </a:r>
            <a:r>
              <a:rPr lang="en"/>
              <a:t>Infrastructure</a:t>
            </a:r>
            <a:endParaRPr/>
          </a:p>
        </p:txBody>
      </p:sp>
      <p:sp>
        <p:nvSpPr>
          <p:cNvPr id="489" name="Google Shape;489;p38"/>
          <p:cNvSpPr txBox="1"/>
          <p:nvPr>
            <p:ph idx="1" type="body"/>
          </p:nvPr>
        </p:nvSpPr>
        <p:spPr>
          <a:xfrm>
            <a:off x="255050" y="1063425"/>
            <a:ext cx="2958600" cy="3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Tier-0</a:t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6 in EU</a:t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Collaboration</a:t>
            </a:r>
            <a:endParaRPr sz="1700"/>
          </a:p>
          <a:p>
            <a:pPr indent="0" lvl="0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Tier-1</a:t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Hortense (UGent)</a:t>
            </a:r>
            <a:endParaRPr sz="1700"/>
          </a:p>
          <a:p>
            <a:pPr indent="0" lvl="0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Tier-2 </a:t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Stevin  (UGent)</a:t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Genius (KULeuven)</a:t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wICE    (KULeuven)</a:t>
            </a:r>
            <a:endParaRPr sz="1700"/>
          </a:p>
        </p:txBody>
      </p:sp>
      <p:sp>
        <p:nvSpPr>
          <p:cNvPr id="490" name="Google Shape;490;p38"/>
          <p:cNvSpPr/>
          <p:nvPr/>
        </p:nvSpPr>
        <p:spPr>
          <a:xfrm rot="-5400000">
            <a:off x="8342200" y="3681987"/>
            <a:ext cx="686100" cy="269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123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8"/>
          <p:cNvSpPr/>
          <p:nvPr/>
        </p:nvSpPr>
        <p:spPr>
          <a:xfrm rot="-5400000">
            <a:off x="8185033" y="2611431"/>
            <a:ext cx="1000500" cy="3909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123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8"/>
          <p:cNvSpPr/>
          <p:nvPr/>
        </p:nvSpPr>
        <p:spPr>
          <a:xfrm rot="-5400000">
            <a:off x="8184975" y="1384125"/>
            <a:ext cx="1000500" cy="511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123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38"/>
          <p:cNvPicPr preferRelativeResize="0"/>
          <p:nvPr/>
        </p:nvPicPr>
        <p:blipFill rotWithShape="1">
          <a:blip r:embed="rId3">
            <a:alphaModFix/>
          </a:blip>
          <a:srcRect b="-1368" l="5554" r="6434" t="0"/>
          <a:stretch/>
        </p:blipFill>
        <p:spPr>
          <a:xfrm>
            <a:off x="1479125" y="2314575"/>
            <a:ext cx="184500" cy="192600"/>
          </a:xfrm>
          <a:prstGeom prst="ellipse">
            <a:avLst/>
          </a:prstGeom>
          <a:noFill/>
          <a:ln cap="flat" cmpd="sng" w="9525">
            <a:solidFill>
              <a:srgbClr val="14274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4" name="Google Shape;494;p38"/>
          <p:cNvPicPr preferRelativeResize="0"/>
          <p:nvPr/>
        </p:nvPicPr>
        <p:blipFill rotWithShape="1">
          <a:blip r:embed="rId3">
            <a:alphaModFix/>
          </a:blip>
          <a:srcRect b="-1368" l="5554" r="6434" t="0"/>
          <a:stretch/>
        </p:blipFill>
        <p:spPr>
          <a:xfrm>
            <a:off x="1479125" y="3204825"/>
            <a:ext cx="184500" cy="192600"/>
          </a:xfrm>
          <a:prstGeom prst="ellipse">
            <a:avLst/>
          </a:prstGeom>
          <a:noFill/>
          <a:ln cap="flat" cmpd="sng" w="9525">
            <a:solidFill>
              <a:srgbClr val="14274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5" name="Google Shape;495;p38" title="tierHPC_newcol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7724" y="1792951"/>
            <a:ext cx="4776923" cy="19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9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>
                <a:solidFill>
                  <a:schemeClr val="lt1"/>
                </a:solidFill>
              </a:rPr>
              <a:t>VIB </a:t>
            </a:r>
            <a:r>
              <a:rPr lang="en">
                <a:solidFill>
                  <a:srgbClr val="14274C"/>
                </a:solidFill>
              </a:rPr>
              <a:t>Data Core </a:t>
            </a:r>
            <a:r>
              <a:rPr lang="en">
                <a:solidFill>
                  <a:srgbClr val="14274C"/>
                </a:solidFill>
              </a:rPr>
              <a:t>C</a:t>
            </a:r>
            <a:r>
              <a:rPr lang="en">
                <a:solidFill>
                  <a:srgbClr val="14274C"/>
                </a:solidFill>
              </a:rPr>
              <a:t>ompute Cluster</a:t>
            </a:r>
            <a:endParaRPr>
              <a:solidFill>
                <a:srgbClr val="14274C"/>
              </a:solidFill>
            </a:endParaRPr>
          </a:p>
        </p:txBody>
      </p:sp>
      <p:sp>
        <p:nvSpPr>
          <p:cNvPr id="501" name="Google Shape;501;p39"/>
          <p:cNvSpPr txBox="1"/>
          <p:nvPr>
            <p:ph idx="1" type="body"/>
          </p:nvPr>
        </p:nvSpPr>
        <p:spPr>
          <a:xfrm>
            <a:off x="255050" y="1596825"/>
            <a:ext cx="5202900" cy="3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A centralized Compute solution for VIB users</a:t>
            </a:r>
            <a:endParaRPr sz="1700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Similar </a:t>
            </a:r>
            <a:r>
              <a:rPr lang="en" sz="1700"/>
              <a:t>infrastructure</a:t>
            </a:r>
            <a:endParaRPr sz="1700"/>
          </a:p>
          <a:p>
            <a:pPr indent="0" lvl="0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Only for VIB employees </a:t>
            </a:r>
            <a:endParaRPr sz="1700"/>
          </a:p>
          <a:p>
            <a:pPr indent="0" lvl="0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sz="1700"/>
              <a:t>Not using the Tier system classification</a:t>
            </a:r>
            <a:endParaRPr sz="1700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502" name="Google Shape;502;p39" title="infrastructure-HPC-Tier1-Ugen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045" y="799537"/>
            <a:ext cx="3279299" cy="296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9" title="VIBRGBnotaglinep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400" y="247647"/>
            <a:ext cx="783550" cy="4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0"/>
          <p:cNvSpPr txBox="1"/>
          <p:nvPr>
            <p:ph idx="1" type="body"/>
          </p:nvPr>
        </p:nvSpPr>
        <p:spPr>
          <a:xfrm>
            <a:off x="2081050" y="1495725"/>
            <a:ext cx="5843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File System</a:t>
            </a:r>
            <a:endParaRPr/>
          </a:p>
        </p:txBody>
      </p:sp>
      <p:sp>
        <p:nvSpPr>
          <p:cNvPr id="509" name="Google Shape;509;p40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510" name="Google Shape;510;p40"/>
          <p:cNvCxnSpPr/>
          <p:nvPr/>
        </p:nvCxnSpPr>
        <p:spPr>
          <a:xfrm>
            <a:off x="2018315" y="15946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1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516" name="Google Shape;516;p41"/>
          <p:cNvSpPr txBox="1"/>
          <p:nvPr>
            <p:ph idx="1" type="body"/>
          </p:nvPr>
        </p:nvSpPr>
        <p:spPr>
          <a:xfrm>
            <a:off x="1104750" y="1658575"/>
            <a:ext cx="14235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Home:  </a:t>
            </a:r>
            <a:endParaRPr sz="14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Data </a:t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Scratch</a:t>
            </a:r>
            <a:endParaRPr sz="1800"/>
          </a:p>
        </p:txBody>
      </p:sp>
      <p:sp>
        <p:nvSpPr>
          <p:cNvPr id="517" name="Google Shape;517;p41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Purpose &amp; </a:t>
            </a: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Maintenance</a:t>
            </a: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  <p:pic>
        <p:nvPicPr>
          <p:cNvPr id="518" name="Google Shape;518;p41" title="home_738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885950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1" title="database_23515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5" y="2898981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1" title="schedule_169210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37" y="3769125"/>
            <a:ext cx="611924" cy="57207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1"/>
          <p:cNvSpPr txBox="1"/>
          <p:nvPr>
            <p:ph idx="1" type="body"/>
          </p:nvPr>
        </p:nvSpPr>
        <p:spPr>
          <a:xfrm>
            <a:off x="2257350" y="1048975"/>
            <a:ext cx="6629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6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600"/>
              <a:t>Capacity  (GB)      </a:t>
            </a:r>
            <a:endParaRPr sz="1600"/>
          </a:p>
        </p:txBody>
      </p:sp>
      <p:sp>
        <p:nvSpPr>
          <p:cNvPr id="522" name="Google Shape;522;p41"/>
          <p:cNvSpPr/>
          <p:nvPr/>
        </p:nvSpPr>
        <p:spPr>
          <a:xfrm>
            <a:off x="29241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1"/>
          <p:cNvSpPr/>
          <p:nvPr/>
        </p:nvSpPr>
        <p:spPr>
          <a:xfrm rot="10800000">
            <a:off x="2924175" y="27241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D631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1"/>
          <p:cNvSpPr/>
          <p:nvPr/>
        </p:nvSpPr>
        <p:spPr>
          <a:xfrm rot="10800000">
            <a:off x="2720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1"/>
          <p:cNvSpPr/>
          <p:nvPr/>
        </p:nvSpPr>
        <p:spPr>
          <a:xfrm rot="10800000">
            <a:off x="3128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2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531" name="Google Shape;531;p42"/>
          <p:cNvSpPr txBox="1"/>
          <p:nvPr>
            <p:ph idx="1" type="body"/>
          </p:nvPr>
        </p:nvSpPr>
        <p:spPr>
          <a:xfrm>
            <a:off x="1104750" y="1658575"/>
            <a:ext cx="14235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Home:  </a:t>
            </a:r>
            <a:endParaRPr sz="14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Data </a:t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Scratch</a:t>
            </a:r>
            <a:endParaRPr sz="1800"/>
          </a:p>
        </p:txBody>
      </p:sp>
      <p:sp>
        <p:nvSpPr>
          <p:cNvPr id="532" name="Google Shape;532;p42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Purpose &amp; Maintenance </a:t>
            </a:r>
            <a:endParaRPr/>
          </a:p>
        </p:txBody>
      </p:sp>
      <p:pic>
        <p:nvPicPr>
          <p:cNvPr id="533" name="Google Shape;533;p42" title="home_738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885950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42" title="database_23515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5" y="2898981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2" title="schedule_169210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37" y="3769125"/>
            <a:ext cx="611924" cy="572076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2"/>
          <p:cNvSpPr txBox="1"/>
          <p:nvPr>
            <p:ph idx="1" type="body"/>
          </p:nvPr>
        </p:nvSpPr>
        <p:spPr>
          <a:xfrm>
            <a:off x="2257350" y="1048975"/>
            <a:ext cx="6629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6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600"/>
              <a:t>Capacity  (GB)    |   Performance    </a:t>
            </a:r>
            <a:endParaRPr sz="1600"/>
          </a:p>
        </p:txBody>
      </p:sp>
      <p:sp>
        <p:nvSpPr>
          <p:cNvPr id="537" name="Google Shape;537;p42"/>
          <p:cNvSpPr/>
          <p:nvPr/>
        </p:nvSpPr>
        <p:spPr>
          <a:xfrm>
            <a:off x="29241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2"/>
          <p:cNvSpPr/>
          <p:nvPr/>
        </p:nvSpPr>
        <p:spPr>
          <a:xfrm rot="10800000">
            <a:off x="2924175" y="27241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D631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2"/>
          <p:cNvSpPr/>
          <p:nvPr/>
        </p:nvSpPr>
        <p:spPr>
          <a:xfrm rot="10800000">
            <a:off x="2720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2"/>
          <p:cNvSpPr/>
          <p:nvPr/>
        </p:nvSpPr>
        <p:spPr>
          <a:xfrm rot="10800000">
            <a:off x="3128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2"/>
          <p:cNvSpPr/>
          <p:nvPr/>
        </p:nvSpPr>
        <p:spPr>
          <a:xfrm>
            <a:off x="47418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2"/>
          <p:cNvSpPr/>
          <p:nvPr/>
        </p:nvSpPr>
        <p:spPr>
          <a:xfrm>
            <a:off x="4599750" y="2584350"/>
            <a:ext cx="771600" cy="827100"/>
          </a:xfrm>
          <a:prstGeom prst="mathMultiply">
            <a:avLst>
              <a:gd fmla="val 14415" name="adj1"/>
            </a:avLst>
          </a:prstGeom>
          <a:solidFill>
            <a:srgbClr val="1427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2"/>
          <p:cNvSpPr/>
          <p:nvPr/>
        </p:nvSpPr>
        <p:spPr>
          <a:xfrm rot="10800000">
            <a:off x="4577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2"/>
          <p:cNvSpPr/>
          <p:nvPr/>
        </p:nvSpPr>
        <p:spPr>
          <a:xfrm rot="10800000">
            <a:off x="4985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550" name="Google Shape;550;p43"/>
          <p:cNvSpPr txBox="1"/>
          <p:nvPr>
            <p:ph idx="1" type="body"/>
          </p:nvPr>
        </p:nvSpPr>
        <p:spPr>
          <a:xfrm>
            <a:off x="1104750" y="1658575"/>
            <a:ext cx="14235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Home:  </a:t>
            </a:r>
            <a:endParaRPr sz="14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Data </a:t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Scratch</a:t>
            </a:r>
            <a:endParaRPr sz="1800"/>
          </a:p>
        </p:txBody>
      </p:sp>
      <p:sp>
        <p:nvSpPr>
          <p:cNvPr id="551" name="Google Shape;551;p43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Purpose &amp; Maintenance </a:t>
            </a:r>
            <a:endParaRPr/>
          </a:p>
        </p:txBody>
      </p:sp>
      <p:pic>
        <p:nvPicPr>
          <p:cNvPr id="552" name="Google Shape;552;p43" title="home_738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885950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3" title="database_23515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5" y="2898981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3" title="schedule_169210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37" y="3769125"/>
            <a:ext cx="611924" cy="572076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3"/>
          <p:cNvSpPr txBox="1"/>
          <p:nvPr>
            <p:ph idx="1" type="body"/>
          </p:nvPr>
        </p:nvSpPr>
        <p:spPr>
          <a:xfrm>
            <a:off x="2257350" y="1048975"/>
            <a:ext cx="6629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6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600"/>
              <a:t>Capacity  (GB)    |   Performance    |            Purpose</a:t>
            </a:r>
            <a:endParaRPr sz="1600"/>
          </a:p>
        </p:txBody>
      </p:sp>
      <p:sp>
        <p:nvSpPr>
          <p:cNvPr id="556" name="Google Shape;556;p43"/>
          <p:cNvSpPr/>
          <p:nvPr/>
        </p:nvSpPr>
        <p:spPr>
          <a:xfrm>
            <a:off x="29241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3"/>
          <p:cNvSpPr/>
          <p:nvPr/>
        </p:nvSpPr>
        <p:spPr>
          <a:xfrm rot="10800000">
            <a:off x="2924175" y="27241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D631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3"/>
          <p:cNvSpPr/>
          <p:nvPr/>
        </p:nvSpPr>
        <p:spPr>
          <a:xfrm rot="10800000">
            <a:off x="2720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3"/>
          <p:cNvSpPr/>
          <p:nvPr/>
        </p:nvSpPr>
        <p:spPr>
          <a:xfrm rot="10800000">
            <a:off x="3128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3"/>
          <p:cNvSpPr/>
          <p:nvPr/>
        </p:nvSpPr>
        <p:spPr>
          <a:xfrm>
            <a:off x="47418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3"/>
          <p:cNvSpPr/>
          <p:nvPr/>
        </p:nvSpPr>
        <p:spPr>
          <a:xfrm>
            <a:off x="4599750" y="2584350"/>
            <a:ext cx="771600" cy="827100"/>
          </a:xfrm>
          <a:prstGeom prst="mathMultiply">
            <a:avLst>
              <a:gd fmla="val 14415" name="adj1"/>
            </a:avLst>
          </a:prstGeom>
          <a:solidFill>
            <a:srgbClr val="1427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3"/>
          <p:cNvSpPr/>
          <p:nvPr/>
        </p:nvSpPr>
        <p:spPr>
          <a:xfrm rot="10800000">
            <a:off x="4577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3"/>
          <p:cNvSpPr/>
          <p:nvPr/>
        </p:nvSpPr>
        <p:spPr>
          <a:xfrm rot="10800000">
            <a:off x="4985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3"/>
          <p:cNvSpPr txBox="1"/>
          <p:nvPr>
            <p:ph idx="1" type="body"/>
          </p:nvPr>
        </p:nvSpPr>
        <p:spPr>
          <a:xfrm>
            <a:off x="5864475" y="1819213"/>
            <a:ext cx="334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Config and user preferences</a:t>
            </a:r>
            <a:endParaRPr sz="1400"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No job execution</a:t>
            </a:r>
            <a:endParaRPr sz="1400"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No data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570" name="Google Shape;570;p44"/>
          <p:cNvSpPr txBox="1"/>
          <p:nvPr>
            <p:ph idx="1" type="body"/>
          </p:nvPr>
        </p:nvSpPr>
        <p:spPr>
          <a:xfrm>
            <a:off x="1104750" y="1658575"/>
            <a:ext cx="14235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Home:  </a:t>
            </a:r>
            <a:endParaRPr sz="14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Data </a:t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Scratch</a:t>
            </a:r>
            <a:endParaRPr sz="1800"/>
          </a:p>
        </p:txBody>
      </p:sp>
      <p:sp>
        <p:nvSpPr>
          <p:cNvPr id="571" name="Google Shape;571;p44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Purpose &amp; Maintenance </a:t>
            </a:r>
            <a:endParaRPr/>
          </a:p>
        </p:txBody>
      </p:sp>
      <p:pic>
        <p:nvPicPr>
          <p:cNvPr id="572" name="Google Shape;572;p44" title="home_738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885950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4" title="database_23515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5" y="2898981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4" title="schedule_169210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37" y="3769125"/>
            <a:ext cx="611924" cy="572076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4"/>
          <p:cNvSpPr txBox="1"/>
          <p:nvPr>
            <p:ph idx="1" type="body"/>
          </p:nvPr>
        </p:nvSpPr>
        <p:spPr>
          <a:xfrm>
            <a:off x="2257350" y="1048975"/>
            <a:ext cx="6629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6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600"/>
              <a:t>Capacity  (GB)    |   Performance    |            Purpose</a:t>
            </a:r>
            <a:endParaRPr sz="1600"/>
          </a:p>
        </p:txBody>
      </p:sp>
      <p:sp>
        <p:nvSpPr>
          <p:cNvPr id="576" name="Google Shape;576;p44"/>
          <p:cNvSpPr/>
          <p:nvPr/>
        </p:nvSpPr>
        <p:spPr>
          <a:xfrm>
            <a:off x="29241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4"/>
          <p:cNvSpPr/>
          <p:nvPr/>
        </p:nvSpPr>
        <p:spPr>
          <a:xfrm rot="10800000">
            <a:off x="2924175" y="27241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D631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4"/>
          <p:cNvSpPr/>
          <p:nvPr/>
        </p:nvSpPr>
        <p:spPr>
          <a:xfrm rot="10800000">
            <a:off x="2720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4"/>
          <p:cNvSpPr/>
          <p:nvPr/>
        </p:nvSpPr>
        <p:spPr>
          <a:xfrm rot="10800000">
            <a:off x="3128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4"/>
          <p:cNvSpPr/>
          <p:nvPr/>
        </p:nvSpPr>
        <p:spPr>
          <a:xfrm>
            <a:off x="47418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4"/>
          <p:cNvSpPr/>
          <p:nvPr/>
        </p:nvSpPr>
        <p:spPr>
          <a:xfrm>
            <a:off x="4599750" y="2584350"/>
            <a:ext cx="771600" cy="827100"/>
          </a:xfrm>
          <a:prstGeom prst="mathMultiply">
            <a:avLst>
              <a:gd fmla="val 14415" name="adj1"/>
            </a:avLst>
          </a:prstGeom>
          <a:solidFill>
            <a:srgbClr val="1427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4"/>
          <p:cNvSpPr/>
          <p:nvPr/>
        </p:nvSpPr>
        <p:spPr>
          <a:xfrm rot="10800000">
            <a:off x="4577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4"/>
          <p:cNvSpPr/>
          <p:nvPr/>
        </p:nvSpPr>
        <p:spPr>
          <a:xfrm rot="10800000">
            <a:off x="4985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4"/>
          <p:cNvSpPr txBox="1"/>
          <p:nvPr>
            <p:ph idx="1" type="body"/>
          </p:nvPr>
        </p:nvSpPr>
        <p:spPr>
          <a:xfrm>
            <a:off x="5864475" y="1819213"/>
            <a:ext cx="334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Config and user preferences</a:t>
            </a:r>
            <a:endParaRPr sz="1400">
              <a:solidFill>
                <a:srgbClr val="D9D9D9"/>
              </a:solidFill>
            </a:endParaRPr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No job execution</a:t>
            </a:r>
            <a:endParaRPr sz="1400">
              <a:solidFill>
                <a:srgbClr val="D9D9D9"/>
              </a:solidFill>
            </a:endParaRPr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No data</a:t>
            </a:r>
            <a:endParaRPr sz="1400">
              <a:solidFill>
                <a:srgbClr val="D9D9D9"/>
              </a:solidFill>
            </a:endParaRPr>
          </a:p>
        </p:txBody>
      </p:sp>
      <p:sp>
        <p:nvSpPr>
          <p:cNvPr id="585" name="Google Shape;585;p44"/>
          <p:cNvSpPr txBox="1"/>
          <p:nvPr>
            <p:ph idx="1" type="body"/>
          </p:nvPr>
        </p:nvSpPr>
        <p:spPr>
          <a:xfrm>
            <a:off x="5864475" y="2823685"/>
            <a:ext cx="3346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Long-term storage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No job execution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5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591" name="Google Shape;591;p45"/>
          <p:cNvSpPr txBox="1"/>
          <p:nvPr>
            <p:ph idx="1" type="body"/>
          </p:nvPr>
        </p:nvSpPr>
        <p:spPr>
          <a:xfrm>
            <a:off x="1104750" y="1658575"/>
            <a:ext cx="14235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Home:  </a:t>
            </a:r>
            <a:endParaRPr sz="14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Data </a:t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Scratch</a:t>
            </a:r>
            <a:endParaRPr sz="1800"/>
          </a:p>
        </p:txBody>
      </p:sp>
      <p:sp>
        <p:nvSpPr>
          <p:cNvPr id="592" name="Google Shape;592;p45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Purpose &amp; Maintenance </a:t>
            </a:r>
            <a:endParaRPr/>
          </a:p>
        </p:txBody>
      </p:sp>
      <p:pic>
        <p:nvPicPr>
          <p:cNvPr id="593" name="Google Shape;593;p45" title="home_738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885950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5" title="database_23515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5" y="2898981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5" title="schedule_169210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37" y="3769125"/>
            <a:ext cx="611924" cy="572076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45"/>
          <p:cNvSpPr txBox="1"/>
          <p:nvPr>
            <p:ph idx="1" type="body"/>
          </p:nvPr>
        </p:nvSpPr>
        <p:spPr>
          <a:xfrm>
            <a:off x="2257350" y="1048975"/>
            <a:ext cx="6629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6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600"/>
              <a:t>Capacity  (GB)    |   Performance    |            Purpose</a:t>
            </a:r>
            <a:endParaRPr sz="1600"/>
          </a:p>
        </p:txBody>
      </p:sp>
      <p:sp>
        <p:nvSpPr>
          <p:cNvPr id="597" name="Google Shape;597;p45"/>
          <p:cNvSpPr/>
          <p:nvPr/>
        </p:nvSpPr>
        <p:spPr>
          <a:xfrm>
            <a:off x="29241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5"/>
          <p:cNvSpPr/>
          <p:nvPr/>
        </p:nvSpPr>
        <p:spPr>
          <a:xfrm rot="10800000">
            <a:off x="2924175" y="27241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D631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5"/>
          <p:cNvSpPr/>
          <p:nvPr/>
        </p:nvSpPr>
        <p:spPr>
          <a:xfrm rot="10800000">
            <a:off x="2720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5"/>
          <p:cNvSpPr/>
          <p:nvPr/>
        </p:nvSpPr>
        <p:spPr>
          <a:xfrm rot="10800000">
            <a:off x="3128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5"/>
          <p:cNvSpPr/>
          <p:nvPr/>
        </p:nvSpPr>
        <p:spPr>
          <a:xfrm>
            <a:off x="47418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5"/>
          <p:cNvSpPr/>
          <p:nvPr/>
        </p:nvSpPr>
        <p:spPr>
          <a:xfrm>
            <a:off x="4599750" y="2584350"/>
            <a:ext cx="771600" cy="827100"/>
          </a:xfrm>
          <a:prstGeom prst="mathMultiply">
            <a:avLst>
              <a:gd fmla="val 14415" name="adj1"/>
            </a:avLst>
          </a:prstGeom>
          <a:solidFill>
            <a:srgbClr val="1427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5"/>
          <p:cNvSpPr/>
          <p:nvPr/>
        </p:nvSpPr>
        <p:spPr>
          <a:xfrm rot="10800000">
            <a:off x="4577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5"/>
          <p:cNvSpPr/>
          <p:nvPr/>
        </p:nvSpPr>
        <p:spPr>
          <a:xfrm rot="10800000">
            <a:off x="4985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5"/>
          <p:cNvSpPr txBox="1"/>
          <p:nvPr>
            <p:ph idx="1" type="body"/>
          </p:nvPr>
        </p:nvSpPr>
        <p:spPr>
          <a:xfrm>
            <a:off x="5864475" y="1819213"/>
            <a:ext cx="334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Config and user preferences</a:t>
            </a:r>
            <a:endParaRPr sz="1400">
              <a:solidFill>
                <a:srgbClr val="D9D9D9"/>
              </a:solidFill>
            </a:endParaRPr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No job execution</a:t>
            </a:r>
            <a:endParaRPr sz="1400">
              <a:solidFill>
                <a:srgbClr val="D9D9D9"/>
              </a:solidFill>
            </a:endParaRPr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No data</a:t>
            </a:r>
            <a:endParaRPr sz="1400">
              <a:solidFill>
                <a:srgbClr val="D9D9D9"/>
              </a:solidFill>
            </a:endParaRPr>
          </a:p>
        </p:txBody>
      </p:sp>
      <p:sp>
        <p:nvSpPr>
          <p:cNvPr id="606" name="Google Shape;606;p45"/>
          <p:cNvSpPr txBox="1"/>
          <p:nvPr>
            <p:ph idx="1" type="body"/>
          </p:nvPr>
        </p:nvSpPr>
        <p:spPr>
          <a:xfrm>
            <a:off x="5864475" y="2823685"/>
            <a:ext cx="3346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Long-term storage</a:t>
            </a:r>
            <a:endParaRPr sz="1400">
              <a:solidFill>
                <a:srgbClr val="D9D9D9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No job execution</a:t>
            </a:r>
            <a:endParaRPr sz="1400">
              <a:solidFill>
                <a:srgbClr val="D9D9D9"/>
              </a:solidFill>
            </a:endParaRPr>
          </a:p>
        </p:txBody>
      </p:sp>
      <p:sp>
        <p:nvSpPr>
          <p:cNvPr id="607" name="Google Shape;607;p45"/>
          <p:cNvSpPr txBox="1"/>
          <p:nvPr>
            <p:ph idx="1" type="body"/>
          </p:nvPr>
        </p:nvSpPr>
        <p:spPr>
          <a:xfrm>
            <a:off x="5864475" y="3677538"/>
            <a:ext cx="334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Short-term storage</a:t>
            </a:r>
            <a:endParaRPr sz="1400"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Job executed</a:t>
            </a:r>
            <a:endParaRPr sz="1400"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Not accessible in other VSCs</a:t>
            </a:r>
            <a:endParaRPr sz="14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6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613" name="Google Shape;613;p46"/>
          <p:cNvSpPr txBox="1"/>
          <p:nvPr>
            <p:ph idx="1" type="body"/>
          </p:nvPr>
        </p:nvSpPr>
        <p:spPr>
          <a:xfrm>
            <a:off x="1104750" y="1658575"/>
            <a:ext cx="14235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Home:  </a:t>
            </a:r>
            <a:endParaRPr sz="14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Data </a:t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8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800"/>
              <a:t>Scratch</a:t>
            </a:r>
            <a:endParaRPr sz="1800"/>
          </a:p>
        </p:txBody>
      </p:sp>
      <p:sp>
        <p:nvSpPr>
          <p:cNvPr id="614" name="Google Shape;614;p46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Purpose &amp; Maintenance </a:t>
            </a:r>
            <a:endParaRPr/>
          </a:p>
        </p:txBody>
      </p:sp>
      <p:pic>
        <p:nvPicPr>
          <p:cNvPr id="615" name="Google Shape;615;p46" title="home_738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885950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6" title="database_23515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5" y="2898981"/>
            <a:ext cx="514350" cy="48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6" title="schedule_169210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37" y="3769125"/>
            <a:ext cx="611924" cy="572076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6"/>
          <p:cNvSpPr txBox="1"/>
          <p:nvPr>
            <p:ph idx="1" type="body"/>
          </p:nvPr>
        </p:nvSpPr>
        <p:spPr>
          <a:xfrm>
            <a:off x="2257350" y="1048975"/>
            <a:ext cx="6629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6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600"/>
              <a:t>Capacity  (GB)    |   Performance    |            Purpose</a:t>
            </a:r>
            <a:endParaRPr sz="1600"/>
          </a:p>
        </p:txBody>
      </p:sp>
      <p:sp>
        <p:nvSpPr>
          <p:cNvPr id="619" name="Google Shape;619;p46"/>
          <p:cNvSpPr/>
          <p:nvPr/>
        </p:nvSpPr>
        <p:spPr>
          <a:xfrm>
            <a:off x="29241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6"/>
          <p:cNvSpPr/>
          <p:nvPr/>
        </p:nvSpPr>
        <p:spPr>
          <a:xfrm rot="10800000">
            <a:off x="2924175" y="27241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D631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6"/>
          <p:cNvSpPr/>
          <p:nvPr/>
        </p:nvSpPr>
        <p:spPr>
          <a:xfrm rot="10800000">
            <a:off x="2720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6"/>
          <p:cNvSpPr/>
          <p:nvPr/>
        </p:nvSpPr>
        <p:spPr>
          <a:xfrm rot="10800000">
            <a:off x="3128175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6"/>
          <p:cNvSpPr/>
          <p:nvPr/>
        </p:nvSpPr>
        <p:spPr>
          <a:xfrm>
            <a:off x="4741875" y="1914525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1A2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6"/>
          <p:cNvSpPr/>
          <p:nvPr/>
        </p:nvSpPr>
        <p:spPr>
          <a:xfrm>
            <a:off x="4599750" y="2584350"/>
            <a:ext cx="771600" cy="827100"/>
          </a:xfrm>
          <a:prstGeom prst="mathMultiply">
            <a:avLst>
              <a:gd fmla="val 14415" name="adj1"/>
            </a:avLst>
          </a:prstGeom>
          <a:solidFill>
            <a:srgbClr val="1427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6"/>
          <p:cNvSpPr/>
          <p:nvPr/>
        </p:nvSpPr>
        <p:spPr>
          <a:xfrm rot="10800000">
            <a:off x="4577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6"/>
          <p:cNvSpPr/>
          <p:nvPr/>
        </p:nvSpPr>
        <p:spPr>
          <a:xfrm rot="10800000">
            <a:off x="4985550" y="3752850"/>
            <a:ext cx="408000" cy="5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5864475" y="1819213"/>
            <a:ext cx="334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Config and user preferences</a:t>
            </a:r>
            <a:endParaRPr sz="1400">
              <a:solidFill>
                <a:srgbClr val="D9D9D9"/>
              </a:solidFill>
            </a:endParaRPr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No job execution</a:t>
            </a:r>
            <a:endParaRPr sz="1400">
              <a:solidFill>
                <a:srgbClr val="D9D9D9"/>
              </a:solidFill>
            </a:endParaRPr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No data</a:t>
            </a:r>
            <a:endParaRPr sz="1400">
              <a:solidFill>
                <a:srgbClr val="D9D9D9"/>
              </a:solidFill>
            </a:endParaRPr>
          </a:p>
        </p:txBody>
      </p:sp>
      <p:sp>
        <p:nvSpPr>
          <p:cNvPr id="628" name="Google Shape;628;p46"/>
          <p:cNvSpPr txBox="1"/>
          <p:nvPr>
            <p:ph idx="1" type="body"/>
          </p:nvPr>
        </p:nvSpPr>
        <p:spPr>
          <a:xfrm>
            <a:off x="5864475" y="2823685"/>
            <a:ext cx="3346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Long-term storage</a:t>
            </a:r>
            <a:endParaRPr sz="1400">
              <a:solidFill>
                <a:srgbClr val="D9D9D9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▪"/>
            </a:pPr>
            <a:r>
              <a:rPr lang="en" sz="1400">
                <a:solidFill>
                  <a:srgbClr val="D9D9D9"/>
                </a:solidFill>
              </a:rPr>
              <a:t>No job execution</a:t>
            </a:r>
            <a:endParaRPr sz="1400">
              <a:solidFill>
                <a:srgbClr val="D9D9D9"/>
              </a:solidFill>
            </a:endParaRPr>
          </a:p>
        </p:txBody>
      </p:sp>
      <p:sp>
        <p:nvSpPr>
          <p:cNvPr id="629" name="Google Shape;629;p46"/>
          <p:cNvSpPr txBox="1"/>
          <p:nvPr>
            <p:ph idx="1" type="body"/>
          </p:nvPr>
        </p:nvSpPr>
        <p:spPr>
          <a:xfrm>
            <a:off x="5864475" y="3677538"/>
            <a:ext cx="334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Short-term storage</a:t>
            </a:r>
            <a:endParaRPr sz="1400"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Job executed</a:t>
            </a:r>
            <a:endParaRPr sz="1400"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Not accessible in other VSCs</a:t>
            </a:r>
            <a:endParaRPr sz="14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400"/>
          </a:p>
        </p:txBody>
      </p:sp>
      <p:cxnSp>
        <p:nvCxnSpPr>
          <p:cNvPr id="630" name="Google Shape;630;p46"/>
          <p:cNvCxnSpPr>
            <a:endCxn id="617" idx="3"/>
          </p:cNvCxnSpPr>
          <p:nvPr/>
        </p:nvCxnSpPr>
        <p:spPr>
          <a:xfrm flipH="1" rot="-5400000">
            <a:off x="426312" y="3555213"/>
            <a:ext cx="902400" cy="97500"/>
          </a:xfrm>
          <a:prstGeom prst="curvedConnector4">
            <a:avLst>
              <a:gd fmla="val 9501" name="adj1"/>
              <a:gd fmla="val 344231" name="adj2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1" name="Google Shape;631;p46"/>
          <p:cNvSpPr txBox="1"/>
          <p:nvPr/>
        </p:nvSpPr>
        <p:spPr>
          <a:xfrm>
            <a:off x="978000" y="3271650"/>
            <a:ext cx="110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82E4F"/>
                </a:solidFill>
              </a:rPr>
              <a:t>Copy</a:t>
            </a:r>
            <a:endParaRPr sz="1100">
              <a:solidFill>
                <a:srgbClr val="E82E4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82E4F"/>
                </a:solidFill>
              </a:rPr>
              <a:t>before run</a:t>
            </a:r>
            <a:endParaRPr sz="1100">
              <a:solidFill>
                <a:srgbClr val="E82E4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7"/>
          <p:cNvSpPr txBox="1"/>
          <p:nvPr>
            <p:ph type="title"/>
          </p:nvPr>
        </p:nvSpPr>
        <p:spPr>
          <a:xfrm>
            <a:off x="628650" y="54775"/>
            <a:ext cx="209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637" name="Google Shape;637;p47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Different systems </a:t>
            </a:r>
            <a:endParaRPr/>
          </a:p>
        </p:txBody>
      </p:sp>
      <p:pic>
        <p:nvPicPr>
          <p:cNvPr id="638" name="Google Shape;638;p47" title="home_738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2190750"/>
            <a:ext cx="320241" cy="2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7" title="database_23515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5" y="2879751"/>
            <a:ext cx="320241" cy="2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7" title="schedule_169210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33" y="3537954"/>
            <a:ext cx="380992" cy="346058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7"/>
          <p:cNvSpPr txBox="1"/>
          <p:nvPr>
            <p:ph idx="1" type="body"/>
          </p:nvPr>
        </p:nvSpPr>
        <p:spPr>
          <a:xfrm>
            <a:off x="723825" y="2239525"/>
            <a:ext cx="8289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A2A6"/>
                </a:solidFill>
              </a:rPr>
              <a:t>$VSC_HOME </a:t>
            </a:r>
            <a:r>
              <a:rPr lang="en" sz="1400"/>
              <a:t>                 </a:t>
            </a:r>
            <a:r>
              <a:rPr lang="en" sz="1400">
                <a:solidFill>
                  <a:srgbClr val="01A2A6"/>
                </a:solidFill>
              </a:rPr>
              <a:t> </a:t>
            </a:r>
            <a:endParaRPr sz="1400">
              <a:solidFill>
                <a:srgbClr val="E82E4F"/>
              </a:solidFill>
            </a:endParaRPr>
          </a:p>
        </p:txBody>
      </p:sp>
      <p:pic>
        <p:nvPicPr>
          <p:cNvPr id="642" name="Google Shape;642;p47" title="schedule_169210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33" y="4208267"/>
            <a:ext cx="380992" cy="346058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 txBox="1"/>
          <p:nvPr>
            <p:ph idx="1" type="body"/>
          </p:nvPr>
        </p:nvSpPr>
        <p:spPr>
          <a:xfrm>
            <a:off x="723825" y="29267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A2A6"/>
                </a:solidFill>
              </a:rPr>
              <a:t>$VSC_DATA </a:t>
            </a:r>
            <a:r>
              <a:rPr lang="en" sz="1400"/>
              <a:t>        </a:t>
            </a:r>
            <a:endParaRPr sz="1400"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723825" y="35363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A2A6"/>
                </a:solidFill>
              </a:rPr>
              <a:t>$VSC_SCRATCH </a:t>
            </a:r>
            <a:r>
              <a:rPr lang="en" sz="1400"/>
              <a:t>     </a:t>
            </a:r>
            <a:endParaRPr sz="1400"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730950" y="42602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A2A6"/>
                </a:solidFill>
              </a:rPr>
              <a:t>Other Scratch </a:t>
            </a:r>
            <a:r>
              <a:rPr lang="en" sz="1400"/>
              <a:t>      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 rotWithShape="1">
          <a:blip r:embed="rId3">
            <a:alphaModFix/>
          </a:blip>
          <a:srcRect b="28456" l="6046" r="5825" t="27283"/>
          <a:stretch/>
        </p:blipFill>
        <p:spPr>
          <a:xfrm>
            <a:off x="4676775" y="1343575"/>
            <a:ext cx="940672" cy="4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48"/>
          <p:cNvPicPr preferRelativeResize="0"/>
          <p:nvPr/>
        </p:nvPicPr>
        <p:blipFill rotWithShape="1">
          <a:blip r:embed="rId4">
            <a:alphaModFix/>
          </a:blip>
          <a:srcRect b="22966" l="17838" r="19772" t="17429"/>
          <a:stretch/>
        </p:blipFill>
        <p:spPr>
          <a:xfrm>
            <a:off x="3457575" y="142412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8"/>
          <p:cNvPicPr preferRelativeResize="0"/>
          <p:nvPr/>
        </p:nvPicPr>
        <p:blipFill rotWithShape="1">
          <a:blip r:embed="rId4">
            <a:alphaModFix/>
          </a:blip>
          <a:srcRect b="22966" l="17838" r="19772" t="17429"/>
          <a:stretch/>
        </p:blipFill>
        <p:spPr>
          <a:xfrm>
            <a:off x="2162175" y="142412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>
            <p:ph type="title"/>
          </p:nvPr>
        </p:nvSpPr>
        <p:spPr>
          <a:xfrm>
            <a:off x="628650" y="54775"/>
            <a:ext cx="209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654" name="Google Shape;654;p48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Different systems </a:t>
            </a:r>
            <a:endParaRPr/>
          </a:p>
        </p:txBody>
      </p:sp>
      <p:pic>
        <p:nvPicPr>
          <p:cNvPr id="655" name="Google Shape;655;p48" title="home_7388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5" y="2190750"/>
            <a:ext cx="320241" cy="2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48" title="database_235157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325" y="2879751"/>
            <a:ext cx="320241" cy="2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48" title="schedule_1692109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333" y="3537954"/>
            <a:ext cx="380992" cy="346058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8"/>
          <p:cNvSpPr txBox="1"/>
          <p:nvPr>
            <p:ph idx="1" type="body"/>
          </p:nvPr>
        </p:nvSpPr>
        <p:spPr>
          <a:xfrm>
            <a:off x="1600125" y="1125175"/>
            <a:ext cx="49911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6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600"/>
              <a:t>           Tier1     |       Tier2   |                  Tier 2        </a:t>
            </a:r>
            <a:endParaRPr sz="1600"/>
          </a:p>
        </p:txBody>
      </p:sp>
      <p:sp>
        <p:nvSpPr>
          <p:cNvPr id="659" name="Google Shape;659;p48"/>
          <p:cNvSpPr txBox="1"/>
          <p:nvPr>
            <p:ph idx="1" type="body"/>
          </p:nvPr>
        </p:nvSpPr>
        <p:spPr>
          <a:xfrm>
            <a:off x="723825" y="2239525"/>
            <a:ext cx="8289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A2A6"/>
                </a:solidFill>
              </a:rPr>
              <a:t>$VSC_HOME </a:t>
            </a:r>
            <a:r>
              <a:rPr lang="en" sz="1400"/>
              <a:t>       </a:t>
            </a:r>
            <a:r>
              <a:rPr lang="en" sz="1400">
                <a:solidFill>
                  <a:srgbClr val="ED631C"/>
                </a:solidFill>
              </a:rPr>
              <a:t>* </a:t>
            </a:r>
            <a:r>
              <a:rPr lang="en" sz="1400"/>
              <a:t>$HOME              3 GB                       3 GB                       </a:t>
            </a:r>
            <a:r>
              <a:rPr lang="en" sz="1400">
                <a:solidFill>
                  <a:srgbClr val="01A2A6"/>
                </a:solidFill>
              </a:rPr>
              <a:t> </a:t>
            </a:r>
            <a:endParaRPr sz="1400">
              <a:solidFill>
                <a:srgbClr val="E82E4F"/>
              </a:solidFill>
            </a:endParaRPr>
          </a:p>
        </p:txBody>
      </p:sp>
      <p:pic>
        <p:nvPicPr>
          <p:cNvPr id="660" name="Google Shape;660;p48" title="schedule_1692109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333" y="4208267"/>
            <a:ext cx="380992" cy="346058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8"/>
          <p:cNvSpPr txBox="1"/>
          <p:nvPr>
            <p:ph idx="1" type="body"/>
          </p:nvPr>
        </p:nvSpPr>
        <p:spPr>
          <a:xfrm>
            <a:off x="723825" y="29267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A2A6"/>
                </a:solidFill>
              </a:rPr>
              <a:t>$VSC_DATA </a:t>
            </a:r>
            <a:r>
              <a:rPr lang="en" sz="1400"/>
              <a:t>         Variable              25 GB                    75 GB                        </a:t>
            </a:r>
            <a:endParaRPr sz="1400"/>
          </a:p>
        </p:txBody>
      </p:sp>
      <p:sp>
        <p:nvSpPr>
          <p:cNvPr id="662" name="Google Shape;662;p48"/>
          <p:cNvSpPr txBox="1"/>
          <p:nvPr>
            <p:ph idx="1" type="body"/>
          </p:nvPr>
        </p:nvSpPr>
        <p:spPr>
          <a:xfrm>
            <a:off x="723825" y="35363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A2A6"/>
                </a:solidFill>
              </a:rPr>
              <a:t>$VSC_SCRATCH </a:t>
            </a:r>
            <a:r>
              <a:rPr lang="en" sz="1400"/>
              <a:t>      3 GB                25 GB                    500 GB                       </a:t>
            </a:r>
            <a:endParaRPr sz="1400"/>
          </a:p>
        </p:txBody>
      </p:sp>
      <p:sp>
        <p:nvSpPr>
          <p:cNvPr id="663" name="Google Shape;663;p48"/>
          <p:cNvSpPr txBox="1"/>
          <p:nvPr>
            <p:ph idx="1" type="body"/>
          </p:nvPr>
        </p:nvSpPr>
        <p:spPr>
          <a:xfrm>
            <a:off x="730950" y="42602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A2A6"/>
                </a:solidFill>
              </a:rPr>
              <a:t>Other Scratch </a:t>
            </a:r>
            <a:r>
              <a:rPr lang="en" sz="1400"/>
              <a:t>      Variable                X                   </a:t>
            </a:r>
            <a:r>
              <a:rPr lang="en" sz="900"/>
              <a:t>up to </a:t>
            </a:r>
            <a:r>
              <a:rPr lang="en" sz="1400"/>
              <a:t>600 GB                  </a:t>
            </a:r>
            <a:endParaRPr sz="1400"/>
          </a:p>
        </p:txBody>
      </p:sp>
      <p:sp>
        <p:nvSpPr>
          <p:cNvPr id="664" name="Google Shape;664;p48"/>
          <p:cNvSpPr txBox="1"/>
          <p:nvPr>
            <p:ph idx="1" type="body"/>
          </p:nvPr>
        </p:nvSpPr>
        <p:spPr>
          <a:xfrm>
            <a:off x="723825" y="46412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                   </a:t>
            </a:r>
            <a:r>
              <a:rPr lang="en" sz="1000"/>
              <a:t>$VSC_SCRATCH_PROJECTS_BASE                       $VSC_SCRATCH_NODE                     </a:t>
            </a:r>
            <a:endParaRPr sz="1000"/>
          </a:p>
        </p:txBody>
      </p:sp>
      <p:sp>
        <p:nvSpPr>
          <p:cNvPr id="665" name="Google Shape;665;p48"/>
          <p:cNvSpPr txBox="1"/>
          <p:nvPr>
            <p:ph idx="1" type="body"/>
          </p:nvPr>
        </p:nvSpPr>
        <p:spPr>
          <a:xfrm>
            <a:off x="7274925" y="141275"/>
            <a:ext cx="1737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631C"/>
                </a:solidFill>
              </a:rPr>
              <a:t>* $HOME = $VCS_SCRATCH</a:t>
            </a:r>
            <a:endParaRPr sz="900">
              <a:solidFill>
                <a:srgbClr val="ED631C"/>
              </a:solidFill>
            </a:endParaRPr>
          </a:p>
        </p:txBody>
      </p:sp>
      <p:cxnSp>
        <p:nvCxnSpPr>
          <p:cNvPr id="666" name="Google Shape;666;p48"/>
          <p:cNvCxnSpPr/>
          <p:nvPr/>
        </p:nvCxnSpPr>
        <p:spPr>
          <a:xfrm>
            <a:off x="3311075" y="2217500"/>
            <a:ext cx="6900" cy="229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8"/>
          <p:cNvCxnSpPr/>
          <p:nvPr/>
        </p:nvCxnSpPr>
        <p:spPr>
          <a:xfrm>
            <a:off x="2017600" y="2217500"/>
            <a:ext cx="6900" cy="229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8"/>
          <p:cNvCxnSpPr/>
          <p:nvPr/>
        </p:nvCxnSpPr>
        <p:spPr>
          <a:xfrm>
            <a:off x="4506800" y="2190750"/>
            <a:ext cx="6900" cy="229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48"/>
          <p:cNvSpPr txBox="1"/>
          <p:nvPr>
            <p:ph idx="1" type="body"/>
          </p:nvPr>
        </p:nvSpPr>
        <p:spPr>
          <a:xfrm rot="-3581">
            <a:off x="7472788" y="326096"/>
            <a:ext cx="1152001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82E4F"/>
                </a:solidFill>
              </a:rPr>
              <a:t>** </a:t>
            </a:r>
            <a:r>
              <a:rPr lang="en" sz="900">
                <a:solidFill>
                  <a:srgbClr val="E82E4F"/>
                </a:solidFill>
              </a:rPr>
              <a:t>Project based</a:t>
            </a:r>
            <a:endParaRPr sz="900">
              <a:solidFill>
                <a:srgbClr val="E82E4F"/>
              </a:solidFill>
            </a:endParaRPr>
          </a:p>
        </p:txBody>
      </p:sp>
      <p:sp>
        <p:nvSpPr>
          <p:cNvPr id="670" name="Google Shape;670;p48"/>
          <p:cNvSpPr txBox="1"/>
          <p:nvPr>
            <p:ph idx="1" type="body"/>
          </p:nvPr>
        </p:nvSpPr>
        <p:spPr>
          <a:xfrm rot="-3219">
            <a:off x="4455407" y="1323465"/>
            <a:ext cx="320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82E4F"/>
                </a:solidFill>
              </a:rPr>
              <a:t>**</a:t>
            </a:r>
            <a:endParaRPr sz="1600">
              <a:solidFill>
                <a:srgbClr val="E82E4F"/>
              </a:solidFill>
            </a:endParaRPr>
          </a:p>
        </p:txBody>
      </p:sp>
      <p:sp>
        <p:nvSpPr>
          <p:cNvPr id="671" name="Google Shape;671;p48"/>
          <p:cNvSpPr txBox="1"/>
          <p:nvPr>
            <p:ph idx="1" type="body"/>
          </p:nvPr>
        </p:nvSpPr>
        <p:spPr>
          <a:xfrm rot="-3219">
            <a:off x="1940807" y="1323465"/>
            <a:ext cx="320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82E4F"/>
                </a:solidFill>
              </a:rPr>
              <a:t>**</a:t>
            </a:r>
            <a:endParaRPr sz="1600">
              <a:solidFill>
                <a:srgbClr val="E82E4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49" title="VIBRGBnotagline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7425" y="1314352"/>
            <a:ext cx="636086" cy="3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9"/>
          <p:cNvPicPr preferRelativeResize="0"/>
          <p:nvPr/>
        </p:nvPicPr>
        <p:blipFill rotWithShape="1">
          <a:blip r:embed="rId4">
            <a:alphaModFix/>
          </a:blip>
          <a:srcRect b="22966" l="17838" r="19772" t="17429"/>
          <a:stretch/>
        </p:blipFill>
        <p:spPr>
          <a:xfrm>
            <a:off x="3457575" y="142412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9"/>
          <p:cNvPicPr preferRelativeResize="0"/>
          <p:nvPr/>
        </p:nvPicPr>
        <p:blipFill rotWithShape="1">
          <a:blip r:embed="rId4">
            <a:alphaModFix/>
          </a:blip>
          <a:srcRect b="22966" l="17838" r="19772" t="17429"/>
          <a:stretch/>
        </p:blipFill>
        <p:spPr>
          <a:xfrm>
            <a:off x="2162175" y="142412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9"/>
          <p:cNvSpPr txBox="1"/>
          <p:nvPr>
            <p:ph type="title"/>
          </p:nvPr>
        </p:nvSpPr>
        <p:spPr>
          <a:xfrm>
            <a:off x="628650" y="54775"/>
            <a:ext cx="209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File System</a:t>
            </a:r>
            <a:endParaRPr sz="1700"/>
          </a:p>
        </p:txBody>
      </p:sp>
      <p:sp>
        <p:nvSpPr>
          <p:cNvPr id="680" name="Google Shape;680;p49"/>
          <p:cNvSpPr txBox="1"/>
          <p:nvPr/>
        </p:nvSpPr>
        <p:spPr>
          <a:xfrm>
            <a:off x="552450" y="62867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Different systems </a:t>
            </a:r>
            <a:endParaRPr/>
          </a:p>
        </p:txBody>
      </p:sp>
      <p:pic>
        <p:nvPicPr>
          <p:cNvPr id="681" name="Google Shape;681;p49" title="home_7388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5" y="2190750"/>
            <a:ext cx="320241" cy="2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9" title="database_235157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325" y="2879751"/>
            <a:ext cx="320241" cy="2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49" title="schedule_1692109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333" y="3537954"/>
            <a:ext cx="380992" cy="346058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9"/>
          <p:cNvSpPr txBox="1"/>
          <p:nvPr>
            <p:ph idx="1" type="body"/>
          </p:nvPr>
        </p:nvSpPr>
        <p:spPr>
          <a:xfrm>
            <a:off x="1600125" y="1125175"/>
            <a:ext cx="7785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6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600"/>
              <a:t>           Tier1     |       Tier2</a:t>
            </a:r>
            <a:r>
              <a:rPr lang="en" sz="1600"/>
              <a:t>   |                  Tier 2  |                </a:t>
            </a:r>
            <a:r>
              <a:rPr lang="en" sz="1300"/>
              <a:t>Data Core compute</a:t>
            </a:r>
            <a:endParaRPr sz="1300"/>
          </a:p>
        </p:txBody>
      </p:sp>
      <p:sp>
        <p:nvSpPr>
          <p:cNvPr id="685" name="Google Shape;685;p49"/>
          <p:cNvSpPr txBox="1"/>
          <p:nvPr>
            <p:ph idx="1" type="body"/>
          </p:nvPr>
        </p:nvSpPr>
        <p:spPr>
          <a:xfrm>
            <a:off x="723825" y="2239525"/>
            <a:ext cx="8289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D9D9"/>
                </a:solidFill>
              </a:rPr>
              <a:t>$VSC_HOME        * $HOME              3 GB                       </a:t>
            </a:r>
            <a:r>
              <a:rPr lang="en" sz="1400">
                <a:solidFill>
                  <a:srgbClr val="D9D9D9"/>
                </a:solidFill>
              </a:rPr>
              <a:t>3 GB</a:t>
            </a:r>
            <a:r>
              <a:rPr lang="en" sz="1400"/>
              <a:t>                       </a:t>
            </a:r>
            <a:r>
              <a:rPr lang="en" sz="1400">
                <a:solidFill>
                  <a:srgbClr val="01A2A6"/>
                </a:solidFill>
              </a:rPr>
              <a:t>   $HOME </a:t>
            </a:r>
            <a:r>
              <a:rPr lang="en" sz="1400">
                <a:solidFill>
                  <a:srgbClr val="01A2A6"/>
                </a:solidFill>
              </a:rPr>
              <a:t>      </a:t>
            </a:r>
            <a:r>
              <a:rPr lang="en" sz="1400">
                <a:solidFill>
                  <a:srgbClr val="E82E4F"/>
                </a:solidFill>
              </a:rPr>
              <a:t>   10 GB</a:t>
            </a:r>
            <a:endParaRPr sz="1400">
              <a:solidFill>
                <a:srgbClr val="E82E4F"/>
              </a:solidFill>
            </a:endParaRPr>
          </a:p>
        </p:txBody>
      </p:sp>
      <p:pic>
        <p:nvPicPr>
          <p:cNvPr id="686" name="Google Shape;686;p49" title="schedule_1692109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333" y="4208267"/>
            <a:ext cx="380992" cy="346058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9"/>
          <p:cNvSpPr txBox="1"/>
          <p:nvPr>
            <p:ph idx="1" type="body"/>
          </p:nvPr>
        </p:nvSpPr>
        <p:spPr>
          <a:xfrm>
            <a:off x="723825" y="29267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D9D9"/>
                </a:solidFill>
              </a:rPr>
              <a:t>$VSC_DATA </a:t>
            </a:r>
            <a:r>
              <a:rPr lang="en" sz="1400">
                <a:solidFill>
                  <a:srgbClr val="D9D9D9"/>
                </a:solidFill>
              </a:rPr>
              <a:t>         Variable              25 GB                    75 GB      </a:t>
            </a:r>
            <a:r>
              <a:rPr lang="en" sz="1400"/>
              <a:t>                 </a:t>
            </a:r>
            <a:r>
              <a:rPr lang="en" sz="1400">
                <a:solidFill>
                  <a:srgbClr val="01A2A6"/>
                </a:solidFill>
              </a:rPr>
              <a:t>  path/to/ </a:t>
            </a:r>
            <a:r>
              <a:rPr lang="en" sz="1400">
                <a:solidFill>
                  <a:srgbClr val="E82E4F"/>
                </a:solidFill>
              </a:rPr>
              <a:t>     Variable</a:t>
            </a:r>
            <a:endParaRPr sz="1400">
              <a:solidFill>
                <a:srgbClr val="E82E4F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</p:txBody>
      </p:sp>
      <p:sp>
        <p:nvSpPr>
          <p:cNvPr id="688" name="Google Shape;688;p49"/>
          <p:cNvSpPr txBox="1"/>
          <p:nvPr>
            <p:ph idx="1" type="body"/>
          </p:nvPr>
        </p:nvSpPr>
        <p:spPr>
          <a:xfrm>
            <a:off x="723825" y="35363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D9D9"/>
                </a:solidFill>
              </a:rPr>
              <a:t>$VSC_SCRATCH</a:t>
            </a:r>
            <a:r>
              <a:rPr lang="en" sz="1400">
                <a:solidFill>
                  <a:srgbClr val="D9D9D9"/>
                </a:solidFill>
              </a:rPr>
              <a:t>       3 GB                25 GB                    500 GB    </a:t>
            </a:r>
            <a:r>
              <a:rPr lang="en" sz="1400"/>
              <a:t>                           </a:t>
            </a:r>
            <a:r>
              <a:rPr lang="en" sz="1400">
                <a:solidFill>
                  <a:srgbClr val="01A2A6"/>
                </a:solidFill>
              </a:rPr>
              <a:t>X               X</a:t>
            </a:r>
            <a:endParaRPr sz="1400">
              <a:solidFill>
                <a:srgbClr val="E82E4F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89" name="Google Shape;689;p49"/>
          <p:cNvSpPr txBox="1"/>
          <p:nvPr>
            <p:ph idx="1" type="body"/>
          </p:nvPr>
        </p:nvSpPr>
        <p:spPr>
          <a:xfrm>
            <a:off x="730950" y="42602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D9D9"/>
                </a:solidFill>
              </a:rPr>
              <a:t>Other Scratch</a:t>
            </a:r>
            <a:r>
              <a:rPr lang="en" sz="1400">
                <a:solidFill>
                  <a:srgbClr val="D9D9D9"/>
                </a:solidFill>
              </a:rPr>
              <a:t>       Variable                X                   </a:t>
            </a:r>
            <a:r>
              <a:rPr lang="en" sz="900">
                <a:solidFill>
                  <a:srgbClr val="D9D9D9"/>
                </a:solidFill>
              </a:rPr>
              <a:t>up to </a:t>
            </a:r>
            <a:r>
              <a:rPr lang="en" sz="1400">
                <a:solidFill>
                  <a:srgbClr val="D9D9D9"/>
                </a:solidFill>
              </a:rPr>
              <a:t>600 GB </a:t>
            </a:r>
            <a:r>
              <a:rPr lang="en" sz="1400">
                <a:solidFill>
                  <a:srgbClr val="CCCCCC"/>
                </a:solidFill>
              </a:rPr>
              <a:t>   </a:t>
            </a:r>
            <a:r>
              <a:rPr lang="en" sz="1400"/>
              <a:t>             </a:t>
            </a:r>
            <a:r>
              <a:rPr lang="en" sz="1400">
                <a:solidFill>
                  <a:srgbClr val="01A2A6"/>
                </a:solidFill>
              </a:rPr>
              <a:t>$SCRATCHDIR </a:t>
            </a:r>
            <a:r>
              <a:rPr lang="en" sz="1400">
                <a:solidFill>
                  <a:srgbClr val="E82E4F"/>
                </a:solidFill>
              </a:rPr>
              <a:t>     Variable</a:t>
            </a:r>
            <a:endParaRPr sz="1400"/>
          </a:p>
        </p:txBody>
      </p:sp>
      <p:sp>
        <p:nvSpPr>
          <p:cNvPr id="690" name="Google Shape;690;p49"/>
          <p:cNvSpPr txBox="1"/>
          <p:nvPr>
            <p:ph idx="1" type="body"/>
          </p:nvPr>
        </p:nvSpPr>
        <p:spPr>
          <a:xfrm>
            <a:off x="723825" y="4641250"/>
            <a:ext cx="806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                  </a:t>
            </a:r>
            <a:r>
              <a:rPr lang="en" sz="1400"/>
              <a:t> </a:t>
            </a:r>
            <a:r>
              <a:rPr lang="en" sz="1000">
                <a:solidFill>
                  <a:srgbClr val="D9D9D9"/>
                </a:solidFill>
              </a:rPr>
              <a:t>$VSC_SCRATCH_PROJECTS_BASE                       $VSC_SCRATCH_NODE  </a:t>
            </a:r>
            <a:r>
              <a:rPr lang="en" sz="1000"/>
              <a:t>                     Local to Node</a:t>
            </a:r>
            <a:endParaRPr sz="1000"/>
          </a:p>
        </p:txBody>
      </p:sp>
      <p:cxnSp>
        <p:nvCxnSpPr>
          <p:cNvPr id="691" name="Google Shape;691;p49"/>
          <p:cNvCxnSpPr/>
          <p:nvPr/>
        </p:nvCxnSpPr>
        <p:spPr>
          <a:xfrm>
            <a:off x="3311075" y="2217500"/>
            <a:ext cx="6900" cy="229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49"/>
          <p:cNvCxnSpPr/>
          <p:nvPr/>
        </p:nvCxnSpPr>
        <p:spPr>
          <a:xfrm>
            <a:off x="2017600" y="2217500"/>
            <a:ext cx="6900" cy="229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49"/>
          <p:cNvCxnSpPr/>
          <p:nvPr/>
        </p:nvCxnSpPr>
        <p:spPr>
          <a:xfrm>
            <a:off x="6341975" y="2193800"/>
            <a:ext cx="6900" cy="229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9"/>
          <p:cNvCxnSpPr/>
          <p:nvPr/>
        </p:nvCxnSpPr>
        <p:spPr>
          <a:xfrm>
            <a:off x="4506800" y="2190750"/>
            <a:ext cx="6900" cy="229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5" name="Google Shape;695;p49"/>
          <p:cNvPicPr preferRelativeResize="0"/>
          <p:nvPr/>
        </p:nvPicPr>
        <p:blipFill rotWithShape="1">
          <a:blip r:embed="rId8">
            <a:alphaModFix/>
          </a:blip>
          <a:srcRect b="28456" l="6046" r="5825" t="27283"/>
          <a:stretch/>
        </p:blipFill>
        <p:spPr>
          <a:xfrm>
            <a:off x="4676775" y="1343575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9"/>
          <p:cNvSpPr txBox="1"/>
          <p:nvPr>
            <p:ph idx="1" type="body"/>
          </p:nvPr>
        </p:nvSpPr>
        <p:spPr>
          <a:xfrm rot="-3219">
            <a:off x="4455407" y="1323465"/>
            <a:ext cx="320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82E4F"/>
                </a:solidFill>
              </a:rPr>
              <a:t>**</a:t>
            </a:r>
            <a:endParaRPr sz="1600">
              <a:solidFill>
                <a:srgbClr val="E82E4F"/>
              </a:solidFill>
            </a:endParaRPr>
          </a:p>
        </p:txBody>
      </p:sp>
      <p:sp>
        <p:nvSpPr>
          <p:cNvPr id="697" name="Google Shape;697;p49"/>
          <p:cNvSpPr txBox="1"/>
          <p:nvPr>
            <p:ph idx="1" type="body"/>
          </p:nvPr>
        </p:nvSpPr>
        <p:spPr>
          <a:xfrm rot="-3219">
            <a:off x="1940807" y="1323465"/>
            <a:ext cx="320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82E4F"/>
                </a:solidFill>
              </a:rPr>
              <a:t>**</a:t>
            </a:r>
            <a:endParaRPr sz="1600">
              <a:solidFill>
                <a:srgbClr val="E82E4F"/>
              </a:solidFill>
            </a:endParaRPr>
          </a:p>
        </p:txBody>
      </p:sp>
      <p:sp>
        <p:nvSpPr>
          <p:cNvPr id="698" name="Google Shape;698;p49"/>
          <p:cNvSpPr txBox="1"/>
          <p:nvPr>
            <p:ph idx="1" type="body"/>
          </p:nvPr>
        </p:nvSpPr>
        <p:spPr>
          <a:xfrm rot="-3219">
            <a:off x="6360407" y="1323465"/>
            <a:ext cx="320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82E4F"/>
                </a:solidFill>
              </a:rPr>
              <a:t>**</a:t>
            </a:r>
            <a:endParaRPr sz="1600">
              <a:solidFill>
                <a:srgbClr val="E82E4F"/>
              </a:solidFill>
            </a:endParaRPr>
          </a:p>
        </p:txBody>
      </p:sp>
      <p:sp>
        <p:nvSpPr>
          <p:cNvPr id="699" name="Google Shape;699;p49"/>
          <p:cNvSpPr txBox="1"/>
          <p:nvPr>
            <p:ph idx="1" type="body"/>
          </p:nvPr>
        </p:nvSpPr>
        <p:spPr>
          <a:xfrm rot="-3581">
            <a:off x="7472788" y="326096"/>
            <a:ext cx="1152001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82E4F"/>
                </a:solidFill>
              </a:rPr>
              <a:t>** Project based</a:t>
            </a:r>
            <a:endParaRPr sz="900">
              <a:solidFill>
                <a:srgbClr val="E82E4F"/>
              </a:solidFill>
            </a:endParaRPr>
          </a:p>
        </p:txBody>
      </p:sp>
      <p:sp>
        <p:nvSpPr>
          <p:cNvPr id="700" name="Google Shape;700;p49"/>
          <p:cNvSpPr/>
          <p:nvPr/>
        </p:nvSpPr>
        <p:spPr>
          <a:xfrm>
            <a:off x="9293425" y="1172875"/>
            <a:ext cx="2292600" cy="1050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Comment by Maria: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</a:t>
            </a:r>
            <a:r>
              <a:rPr lang="en" sz="1100"/>
              <a:t>official naming is “Data Core Compute” instead of “compute” so if it fits there, it can be changed?</a:t>
            </a:r>
            <a:endParaRPr sz="1100"/>
          </a:p>
        </p:txBody>
      </p:sp>
      <p:sp>
        <p:nvSpPr>
          <p:cNvPr id="701" name="Google Shape;701;p49"/>
          <p:cNvSpPr/>
          <p:nvPr/>
        </p:nvSpPr>
        <p:spPr>
          <a:xfrm>
            <a:off x="9206750" y="2926750"/>
            <a:ext cx="2569500" cy="1264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Comment by Maria: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 am wondering if providing the exact path will make it clearer to the cluster users. So replace “path/to” with “/data/groups/&lt;your_center&gt;/&lt;your_group&gt;/”</a:t>
            </a:r>
            <a:endParaRPr sz="1100"/>
          </a:p>
        </p:txBody>
      </p:sp>
      <p:sp>
        <p:nvSpPr>
          <p:cNvPr id="702" name="Google Shape;702;p49"/>
          <p:cNvSpPr/>
          <p:nvPr/>
        </p:nvSpPr>
        <p:spPr>
          <a:xfrm>
            <a:off x="9293425" y="-185100"/>
            <a:ext cx="2292600" cy="1264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Comment by Boris: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Users can have storage and computational credits (in the future) based on a project OR their center / group. So not sure if their should be a triple </a:t>
            </a:r>
            <a:r>
              <a:rPr lang="en" sz="1100"/>
              <a:t>asterisks</a:t>
            </a:r>
            <a:r>
              <a:rPr lang="en" sz="1100"/>
              <a:t> saying ‘project or goup based’? </a:t>
            </a:r>
            <a:endParaRPr sz="1100"/>
          </a:p>
        </p:txBody>
      </p:sp>
      <p:sp>
        <p:nvSpPr>
          <p:cNvPr id="703" name="Google Shape;703;p49"/>
          <p:cNvSpPr/>
          <p:nvPr/>
        </p:nvSpPr>
        <p:spPr>
          <a:xfrm>
            <a:off x="11995525" y="3447450"/>
            <a:ext cx="2569500" cy="126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idea here to make it short and self explanatory, the whole path will be difficult to read and it is a variable path to each person/group.</a:t>
            </a:r>
            <a:br>
              <a:rPr lang="en" sz="1100"/>
            </a:br>
            <a:br>
              <a:rPr lang="en" sz="1100"/>
            </a:br>
            <a:r>
              <a:rPr lang="en" sz="1100"/>
              <a:t>So the idea is to explain and point them the documentation.</a:t>
            </a:r>
            <a:endParaRPr sz="1100"/>
          </a:p>
        </p:txBody>
      </p:sp>
      <p:sp>
        <p:nvSpPr>
          <p:cNvPr id="704" name="Google Shape;704;p49"/>
          <p:cNvSpPr/>
          <p:nvPr/>
        </p:nvSpPr>
        <p:spPr>
          <a:xfrm>
            <a:off x="11735450" y="395600"/>
            <a:ext cx="2569500" cy="126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If it is based on project or group it fits in the asterisks case … no?!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9" name="Google Shape;709;p50"/>
          <p:cNvCxnSpPr/>
          <p:nvPr/>
        </p:nvCxnSpPr>
        <p:spPr>
          <a:xfrm flipH="1" rot="10800000">
            <a:off x="1957850" y="2460800"/>
            <a:ext cx="1443600" cy="1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0" name="Google Shape;710;p50"/>
          <p:cNvCxnSpPr/>
          <p:nvPr/>
        </p:nvCxnSpPr>
        <p:spPr>
          <a:xfrm>
            <a:off x="1957850" y="2601800"/>
            <a:ext cx="143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11" name="Google Shape;711;p50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255100" y="216477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0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4224225" y="2817412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0"/>
          <p:cNvSpPr txBox="1"/>
          <p:nvPr/>
        </p:nvSpPr>
        <p:spPr>
          <a:xfrm>
            <a:off x="3491000" y="162417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4" name="Google Shape;714;p50"/>
          <p:cNvSpPr txBox="1"/>
          <p:nvPr/>
        </p:nvSpPr>
        <p:spPr>
          <a:xfrm>
            <a:off x="3491000" y="223445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5" name="Google Shape;715;p50"/>
          <p:cNvSpPr txBox="1"/>
          <p:nvPr/>
        </p:nvSpPr>
        <p:spPr>
          <a:xfrm>
            <a:off x="3475988" y="278297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16" name="Google Shape;716;p50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270112" y="153402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0"/>
          <p:cNvSpPr/>
          <p:nvPr/>
        </p:nvSpPr>
        <p:spPr>
          <a:xfrm>
            <a:off x="5319763" y="1534025"/>
            <a:ext cx="149700" cy="2251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8" name="Google Shape;718;p50"/>
          <p:cNvCxnSpPr/>
          <p:nvPr/>
        </p:nvCxnSpPr>
        <p:spPr>
          <a:xfrm flipH="1" rot="10800000">
            <a:off x="1957850" y="1802300"/>
            <a:ext cx="14145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19" name="Google Shape;719;p50" title="hosting_871278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4175" y="2207275"/>
            <a:ext cx="761375" cy="7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50"/>
          <p:cNvSpPr txBox="1"/>
          <p:nvPr>
            <p:ph type="title"/>
          </p:nvPr>
        </p:nvSpPr>
        <p:spPr>
          <a:xfrm>
            <a:off x="628650" y="5477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Accessible from:</a:t>
            </a:r>
            <a:endParaRPr sz="2000"/>
          </a:p>
        </p:txBody>
      </p:sp>
      <p:sp>
        <p:nvSpPr>
          <p:cNvPr id="721" name="Google Shape;721;p50"/>
          <p:cNvSpPr txBox="1"/>
          <p:nvPr/>
        </p:nvSpPr>
        <p:spPr>
          <a:xfrm>
            <a:off x="6110200" y="1698513"/>
            <a:ext cx="13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$VSC_HOME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2" name="Google Shape;722;p50"/>
          <p:cNvSpPr txBox="1"/>
          <p:nvPr/>
        </p:nvSpPr>
        <p:spPr>
          <a:xfrm>
            <a:off x="5624350" y="3005138"/>
            <a:ext cx="230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Access in 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3" name="Google Shape;723;p50"/>
          <p:cNvPicPr preferRelativeResize="0"/>
          <p:nvPr/>
        </p:nvPicPr>
        <p:blipFill rotWithShape="1">
          <a:blip r:embed="rId6">
            <a:alphaModFix/>
          </a:blip>
          <a:srcRect b="23565" l="6918" r="6171" t="29891"/>
          <a:stretch/>
        </p:blipFill>
        <p:spPr>
          <a:xfrm>
            <a:off x="141625" y="2385875"/>
            <a:ext cx="1816225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4" name="Google Shape;724;p50"/>
          <p:cNvCxnSpPr/>
          <p:nvPr/>
        </p:nvCxnSpPr>
        <p:spPr>
          <a:xfrm>
            <a:off x="1957850" y="2601800"/>
            <a:ext cx="1372500" cy="9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25" name="Google Shape;725;p50"/>
          <p:cNvSpPr txBox="1"/>
          <p:nvPr/>
        </p:nvSpPr>
        <p:spPr>
          <a:xfrm>
            <a:off x="3557483" y="3412613"/>
            <a:ext cx="15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0" name="Google Shape;730;p51"/>
          <p:cNvCxnSpPr/>
          <p:nvPr/>
        </p:nvCxnSpPr>
        <p:spPr>
          <a:xfrm flipH="1" rot="10800000">
            <a:off x="1957850" y="2460800"/>
            <a:ext cx="1443600" cy="1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1" name="Google Shape;731;p51"/>
          <p:cNvCxnSpPr/>
          <p:nvPr/>
        </p:nvCxnSpPr>
        <p:spPr>
          <a:xfrm>
            <a:off x="1957850" y="2601800"/>
            <a:ext cx="143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32" name="Google Shape;732;p51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255100" y="216477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51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4224225" y="2817412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1"/>
          <p:cNvSpPr txBox="1"/>
          <p:nvPr/>
        </p:nvSpPr>
        <p:spPr>
          <a:xfrm>
            <a:off x="3491000" y="162417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5" name="Google Shape;735;p51"/>
          <p:cNvSpPr txBox="1"/>
          <p:nvPr/>
        </p:nvSpPr>
        <p:spPr>
          <a:xfrm>
            <a:off x="3491000" y="223445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6" name="Google Shape;736;p51"/>
          <p:cNvSpPr txBox="1"/>
          <p:nvPr/>
        </p:nvSpPr>
        <p:spPr>
          <a:xfrm>
            <a:off x="3475988" y="278297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37" name="Google Shape;737;p51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270112" y="153402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51"/>
          <p:cNvSpPr/>
          <p:nvPr/>
        </p:nvSpPr>
        <p:spPr>
          <a:xfrm>
            <a:off x="5319763" y="1534025"/>
            <a:ext cx="149700" cy="2251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9" name="Google Shape;739;p51"/>
          <p:cNvCxnSpPr/>
          <p:nvPr/>
        </p:nvCxnSpPr>
        <p:spPr>
          <a:xfrm flipH="1" rot="10800000">
            <a:off x="1957850" y="1802300"/>
            <a:ext cx="14145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40" name="Google Shape;740;p51" title="hosting_871278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4175" y="2207275"/>
            <a:ext cx="761375" cy="7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1"/>
          <p:cNvSpPr txBox="1"/>
          <p:nvPr>
            <p:ph type="title"/>
          </p:nvPr>
        </p:nvSpPr>
        <p:spPr>
          <a:xfrm>
            <a:off x="628650" y="5477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Accessible from:</a:t>
            </a:r>
            <a:endParaRPr sz="2000"/>
          </a:p>
        </p:txBody>
      </p:sp>
      <p:sp>
        <p:nvSpPr>
          <p:cNvPr id="742" name="Google Shape;742;p51"/>
          <p:cNvSpPr txBox="1"/>
          <p:nvPr/>
        </p:nvSpPr>
        <p:spPr>
          <a:xfrm>
            <a:off x="6110200" y="1698513"/>
            <a:ext cx="13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$VSC_DATA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3" name="Google Shape;743;p51"/>
          <p:cNvSpPr txBox="1"/>
          <p:nvPr/>
        </p:nvSpPr>
        <p:spPr>
          <a:xfrm>
            <a:off x="5624350" y="3005138"/>
            <a:ext cx="230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Access in 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4" name="Google Shape;744;p51"/>
          <p:cNvPicPr preferRelativeResize="0"/>
          <p:nvPr/>
        </p:nvPicPr>
        <p:blipFill rotWithShape="1">
          <a:blip r:embed="rId6">
            <a:alphaModFix/>
          </a:blip>
          <a:srcRect b="23565" l="6918" r="6171" t="29891"/>
          <a:stretch/>
        </p:blipFill>
        <p:spPr>
          <a:xfrm>
            <a:off x="141625" y="2385875"/>
            <a:ext cx="1816225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5" name="Google Shape;745;p51"/>
          <p:cNvCxnSpPr/>
          <p:nvPr/>
        </p:nvCxnSpPr>
        <p:spPr>
          <a:xfrm>
            <a:off x="1957850" y="2601800"/>
            <a:ext cx="1372500" cy="9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6" name="Google Shape;746;p51"/>
          <p:cNvSpPr txBox="1"/>
          <p:nvPr/>
        </p:nvSpPr>
        <p:spPr>
          <a:xfrm>
            <a:off x="3557483" y="3412613"/>
            <a:ext cx="15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1" name="Google Shape;751;p52"/>
          <p:cNvCxnSpPr/>
          <p:nvPr/>
        </p:nvCxnSpPr>
        <p:spPr>
          <a:xfrm flipH="1" rot="10800000">
            <a:off x="1957850" y="2460800"/>
            <a:ext cx="1443600" cy="1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2" name="Google Shape;752;p52"/>
          <p:cNvCxnSpPr/>
          <p:nvPr/>
        </p:nvCxnSpPr>
        <p:spPr>
          <a:xfrm>
            <a:off x="1957850" y="2601800"/>
            <a:ext cx="143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53" name="Google Shape;753;p52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255100" y="216477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52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4224225" y="2817412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2"/>
          <p:cNvSpPr txBox="1"/>
          <p:nvPr/>
        </p:nvSpPr>
        <p:spPr>
          <a:xfrm>
            <a:off x="3491000" y="162417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6" name="Google Shape;756;p52"/>
          <p:cNvSpPr txBox="1"/>
          <p:nvPr/>
        </p:nvSpPr>
        <p:spPr>
          <a:xfrm>
            <a:off x="3491000" y="223445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7" name="Google Shape;757;p52"/>
          <p:cNvSpPr txBox="1"/>
          <p:nvPr/>
        </p:nvSpPr>
        <p:spPr>
          <a:xfrm>
            <a:off x="3475988" y="278297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58" name="Google Shape;758;p52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270112" y="1534025"/>
            <a:ext cx="716119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9" name="Google Shape;759;p52"/>
          <p:cNvCxnSpPr/>
          <p:nvPr/>
        </p:nvCxnSpPr>
        <p:spPr>
          <a:xfrm flipH="1" rot="10800000">
            <a:off x="1957850" y="1802300"/>
            <a:ext cx="14145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60" name="Google Shape;760;p52" title="hosting_871278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9045" y="2048892"/>
            <a:ext cx="49260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52"/>
          <p:cNvSpPr txBox="1"/>
          <p:nvPr>
            <p:ph type="title"/>
          </p:nvPr>
        </p:nvSpPr>
        <p:spPr>
          <a:xfrm>
            <a:off x="628650" y="5477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Accessible from:</a:t>
            </a:r>
            <a:endParaRPr sz="2000"/>
          </a:p>
        </p:txBody>
      </p:sp>
      <p:sp>
        <p:nvSpPr>
          <p:cNvPr id="762" name="Google Shape;762;p52"/>
          <p:cNvSpPr txBox="1"/>
          <p:nvPr/>
        </p:nvSpPr>
        <p:spPr>
          <a:xfrm>
            <a:off x="5955863" y="1597400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3" name="Google Shape;763;p52"/>
          <p:cNvSpPr txBox="1"/>
          <p:nvPr/>
        </p:nvSpPr>
        <p:spPr>
          <a:xfrm>
            <a:off x="7461150" y="2602013"/>
            <a:ext cx="15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rPr>
              <a:t>Exclusive access in “your” instance</a:t>
            </a:r>
            <a:endParaRPr sz="1000">
              <a:solidFill>
                <a:srgbClr val="E82E4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64" name="Google Shape;764;p52"/>
          <p:cNvPicPr preferRelativeResize="0"/>
          <p:nvPr/>
        </p:nvPicPr>
        <p:blipFill rotWithShape="1">
          <a:blip r:embed="rId6">
            <a:alphaModFix/>
          </a:blip>
          <a:srcRect b="23565" l="6918" r="6171" t="29891"/>
          <a:stretch/>
        </p:blipFill>
        <p:spPr>
          <a:xfrm>
            <a:off x="141625" y="2385875"/>
            <a:ext cx="1816225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5" name="Google Shape;765;p52"/>
          <p:cNvCxnSpPr/>
          <p:nvPr/>
        </p:nvCxnSpPr>
        <p:spPr>
          <a:xfrm flipH="1" rot="10800000">
            <a:off x="5164900" y="1819475"/>
            <a:ext cx="7713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6" name="Google Shape;766;p52"/>
          <p:cNvSpPr txBox="1"/>
          <p:nvPr/>
        </p:nvSpPr>
        <p:spPr>
          <a:xfrm>
            <a:off x="5955863" y="22384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67" name="Google Shape;767;p52"/>
          <p:cNvCxnSpPr/>
          <p:nvPr/>
        </p:nvCxnSpPr>
        <p:spPr>
          <a:xfrm flipH="1" rot="10800000">
            <a:off x="5164900" y="2400275"/>
            <a:ext cx="7713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8" name="Google Shape;768;p52"/>
          <p:cNvSpPr txBox="1"/>
          <p:nvPr/>
        </p:nvSpPr>
        <p:spPr>
          <a:xfrm>
            <a:off x="5955863" y="27829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69" name="Google Shape;769;p52"/>
          <p:cNvCxnSpPr/>
          <p:nvPr/>
        </p:nvCxnSpPr>
        <p:spPr>
          <a:xfrm flipH="1" rot="10800000">
            <a:off x="5197025" y="3007850"/>
            <a:ext cx="7713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0" name="Google Shape;770;p52"/>
          <p:cNvSpPr txBox="1"/>
          <p:nvPr/>
        </p:nvSpPr>
        <p:spPr>
          <a:xfrm>
            <a:off x="5955863" y="32092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71" name="Google Shape;771;p52"/>
          <p:cNvCxnSpPr/>
          <p:nvPr/>
        </p:nvCxnSpPr>
        <p:spPr>
          <a:xfrm flipH="1" rot="10800000">
            <a:off x="5164900" y="3404575"/>
            <a:ext cx="7713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2" name="Google Shape;772;p52"/>
          <p:cNvCxnSpPr/>
          <p:nvPr/>
        </p:nvCxnSpPr>
        <p:spPr>
          <a:xfrm>
            <a:off x="1957850" y="2601800"/>
            <a:ext cx="1372500" cy="9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3" name="Google Shape;773;p52"/>
          <p:cNvSpPr txBox="1"/>
          <p:nvPr/>
        </p:nvSpPr>
        <p:spPr>
          <a:xfrm>
            <a:off x="3557483" y="3412613"/>
            <a:ext cx="15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8" name="Google Shape;778;p53"/>
          <p:cNvCxnSpPr/>
          <p:nvPr/>
        </p:nvCxnSpPr>
        <p:spPr>
          <a:xfrm flipH="1" rot="10800000">
            <a:off x="1957850" y="2460800"/>
            <a:ext cx="1443600" cy="1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9" name="Google Shape;779;p53"/>
          <p:cNvCxnSpPr/>
          <p:nvPr/>
        </p:nvCxnSpPr>
        <p:spPr>
          <a:xfrm>
            <a:off x="1957850" y="2601800"/>
            <a:ext cx="1372500" cy="9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80" name="Google Shape;780;p53"/>
          <p:cNvCxnSpPr/>
          <p:nvPr/>
        </p:nvCxnSpPr>
        <p:spPr>
          <a:xfrm>
            <a:off x="1957850" y="2601800"/>
            <a:ext cx="143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1" name="Google Shape;781;p53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255100" y="216477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53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4224225" y="2817412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3"/>
          <p:cNvSpPr txBox="1"/>
          <p:nvPr/>
        </p:nvSpPr>
        <p:spPr>
          <a:xfrm>
            <a:off x="3491000" y="162417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4" name="Google Shape;784;p53"/>
          <p:cNvSpPr txBox="1"/>
          <p:nvPr/>
        </p:nvSpPr>
        <p:spPr>
          <a:xfrm>
            <a:off x="3491000" y="223445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5" name="Google Shape;785;p53"/>
          <p:cNvSpPr txBox="1"/>
          <p:nvPr/>
        </p:nvSpPr>
        <p:spPr>
          <a:xfrm>
            <a:off x="3475988" y="278297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86" name="Google Shape;786;p53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270112" y="153402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3"/>
          <p:cNvSpPr txBox="1"/>
          <p:nvPr/>
        </p:nvSpPr>
        <p:spPr>
          <a:xfrm>
            <a:off x="3557483" y="3412613"/>
            <a:ext cx="15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88" name="Google Shape;788;p53"/>
          <p:cNvCxnSpPr/>
          <p:nvPr/>
        </p:nvCxnSpPr>
        <p:spPr>
          <a:xfrm flipH="1" rot="10800000">
            <a:off x="1957850" y="1802300"/>
            <a:ext cx="14145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9" name="Google Shape;789;p53"/>
          <p:cNvSpPr txBox="1"/>
          <p:nvPr>
            <p:ph type="title"/>
          </p:nvPr>
        </p:nvSpPr>
        <p:spPr>
          <a:xfrm>
            <a:off x="628650" y="5477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Accessible from:</a:t>
            </a:r>
            <a:endParaRPr sz="2000"/>
          </a:p>
        </p:txBody>
      </p:sp>
      <p:sp>
        <p:nvSpPr>
          <p:cNvPr id="790" name="Google Shape;790;p53"/>
          <p:cNvSpPr txBox="1"/>
          <p:nvPr/>
        </p:nvSpPr>
        <p:spPr>
          <a:xfrm>
            <a:off x="5510738" y="1484538"/>
            <a:ext cx="148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1" name="Google Shape;791;p53"/>
          <p:cNvSpPr txBox="1"/>
          <p:nvPr/>
        </p:nvSpPr>
        <p:spPr>
          <a:xfrm>
            <a:off x="7156350" y="2290163"/>
            <a:ext cx="15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rPr>
              <a:t>Exclusive of each node</a:t>
            </a:r>
            <a:endParaRPr sz="1800">
              <a:solidFill>
                <a:srgbClr val="E82E4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92" name="Google Shape;792;p53"/>
          <p:cNvPicPr preferRelativeResize="0"/>
          <p:nvPr/>
        </p:nvPicPr>
        <p:blipFill rotWithShape="1">
          <a:blip r:embed="rId5">
            <a:alphaModFix/>
          </a:blip>
          <a:srcRect b="23565" l="6918" r="6171" t="29891"/>
          <a:stretch/>
        </p:blipFill>
        <p:spPr>
          <a:xfrm>
            <a:off x="141625" y="2385875"/>
            <a:ext cx="1816225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53" title="hosting_871278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7035" y="1653772"/>
            <a:ext cx="308026" cy="308026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53"/>
          <p:cNvSpPr txBox="1"/>
          <p:nvPr/>
        </p:nvSpPr>
        <p:spPr>
          <a:xfrm>
            <a:off x="5510738" y="2115263"/>
            <a:ext cx="148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95" name="Google Shape;795;p53" title="hosting_871278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7035" y="2284497"/>
            <a:ext cx="308026" cy="30802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53"/>
          <p:cNvSpPr txBox="1"/>
          <p:nvPr/>
        </p:nvSpPr>
        <p:spPr>
          <a:xfrm>
            <a:off x="5510738" y="2689388"/>
            <a:ext cx="148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97" name="Google Shape;797;p53" title="hosting_871278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7035" y="2858622"/>
            <a:ext cx="308026" cy="308026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3"/>
          <p:cNvSpPr txBox="1"/>
          <p:nvPr/>
        </p:nvSpPr>
        <p:spPr>
          <a:xfrm>
            <a:off x="5510738" y="3289463"/>
            <a:ext cx="148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$VSC_SCRATCH_NODE</a:t>
            </a:r>
            <a:endParaRPr sz="1000"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99" name="Google Shape;799;p53" title="hosting_871278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7035" y="3458697"/>
            <a:ext cx="308026" cy="308026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53"/>
          <p:cNvSpPr txBox="1"/>
          <p:nvPr/>
        </p:nvSpPr>
        <p:spPr>
          <a:xfrm>
            <a:off x="3322525" y="4380725"/>
            <a:ext cx="514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rPr>
              <a:t>Similar for           Data Core compute </a:t>
            </a:r>
            <a:endParaRPr sz="1800">
              <a:solidFill>
                <a:srgbClr val="E82E4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1" name="Google Shape;801;p53" title="VIBRGBnotaglinepo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1050" y="4336952"/>
            <a:ext cx="636086" cy="3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4"/>
          <p:cNvSpPr txBox="1"/>
          <p:nvPr>
            <p:ph idx="1" type="body"/>
          </p:nvPr>
        </p:nvSpPr>
        <p:spPr>
          <a:xfrm>
            <a:off x="2081050" y="1495725"/>
            <a:ext cx="5843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Node offer</a:t>
            </a:r>
            <a:endParaRPr/>
          </a:p>
        </p:txBody>
      </p:sp>
      <p:sp>
        <p:nvSpPr>
          <p:cNvPr id="807" name="Google Shape;807;p54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808" name="Google Shape;808;p54"/>
          <p:cNvCxnSpPr/>
          <p:nvPr/>
        </p:nvCxnSpPr>
        <p:spPr>
          <a:xfrm>
            <a:off x="2018315" y="15946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5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Nodes in HPC</a:t>
            </a:r>
            <a:endParaRPr/>
          </a:p>
        </p:txBody>
      </p:sp>
      <p:pic>
        <p:nvPicPr>
          <p:cNvPr id="814" name="Google Shape;814;p55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385762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5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25" y="2743200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55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25" y="383117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5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325" y="385762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5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3147800"/>
            <a:ext cx="1114426" cy="11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55"/>
          <p:cNvSpPr txBox="1"/>
          <p:nvPr>
            <p:ph idx="1" type="body"/>
          </p:nvPr>
        </p:nvSpPr>
        <p:spPr>
          <a:xfrm>
            <a:off x="171450" y="1438275"/>
            <a:ext cx="3591000" cy="29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Variable resources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CPUs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GPUs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Memory</a:t>
            </a:r>
            <a:endParaRPr sz="1800">
              <a:solidFill>
                <a:srgbClr val="123F93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3F93"/>
              </a:solidFill>
            </a:endParaRPr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Debug interactive node</a:t>
            </a:r>
            <a:endParaRPr sz="1800">
              <a:solidFill>
                <a:srgbClr val="123F93"/>
              </a:solidFill>
            </a:endParaRPr>
          </a:p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3F93"/>
              </a:solidFill>
            </a:endParaRPr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Each node has a name</a:t>
            </a:r>
            <a:endParaRPr sz="1800">
              <a:solidFill>
                <a:srgbClr val="123F9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6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Nodes in HPC</a:t>
            </a:r>
            <a:endParaRPr/>
          </a:p>
        </p:txBody>
      </p:sp>
      <p:sp>
        <p:nvSpPr>
          <p:cNvPr id="825" name="Google Shape;825;p56"/>
          <p:cNvSpPr txBox="1"/>
          <p:nvPr>
            <p:ph idx="1" type="body"/>
          </p:nvPr>
        </p:nvSpPr>
        <p:spPr>
          <a:xfrm>
            <a:off x="171450" y="1438275"/>
            <a:ext cx="3591000" cy="29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Variable resources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CPUs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GPUs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Memory</a:t>
            </a:r>
            <a:endParaRPr sz="1800">
              <a:solidFill>
                <a:srgbClr val="123F93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3F93"/>
              </a:solidFill>
            </a:endParaRPr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Debug interactive node</a:t>
            </a:r>
            <a:endParaRPr sz="1800">
              <a:solidFill>
                <a:srgbClr val="123F9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chemeClr val="dk2"/>
                </a:solidFill>
              </a:rPr>
              <a:t>Each node has a name</a:t>
            </a:r>
            <a:endParaRPr sz="1800">
              <a:solidFill>
                <a:srgbClr val="123F93"/>
              </a:solidFill>
            </a:endParaRPr>
          </a:p>
        </p:txBody>
      </p:sp>
      <p:sp>
        <p:nvSpPr>
          <p:cNvPr id="826" name="Google Shape;826;p56"/>
          <p:cNvSpPr txBox="1"/>
          <p:nvPr>
            <p:ph idx="1" type="body"/>
          </p:nvPr>
        </p:nvSpPr>
        <p:spPr>
          <a:xfrm>
            <a:off x="3648038" y="1895475"/>
            <a:ext cx="3591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23F93"/>
                </a:solidFill>
              </a:rPr>
              <a:t>More resources == Less priority</a:t>
            </a:r>
            <a:endParaRPr sz="1800">
              <a:solidFill>
                <a:srgbClr val="123F93"/>
              </a:solidFill>
            </a:endParaRPr>
          </a:p>
        </p:txBody>
      </p:sp>
      <p:sp>
        <p:nvSpPr>
          <p:cNvPr id="827" name="Google Shape;827;p56"/>
          <p:cNvSpPr/>
          <p:nvPr/>
        </p:nvSpPr>
        <p:spPr>
          <a:xfrm>
            <a:off x="3333750" y="1381125"/>
            <a:ext cx="209700" cy="1419300"/>
          </a:xfrm>
          <a:prstGeom prst="rightBrace">
            <a:avLst>
              <a:gd fmla="val 50000" name="adj1"/>
              <a:gd fmla="val 4899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8" name="Google Shape;828;p56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385762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56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25" y="2743200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56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25" y="383117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56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325" y="385762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56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3147800"/>
            <a:ext cx="1114426" cy="111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7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Nodes in HPC</a:t>
            </a:r>
            <a:endParaRPr/>
          </a:p>
        </p:txBody>
      </p:sp>
      <p:sp>
        <p:nvSpPr>
          <p:cNvPr id="838" name="Google Shape;838;p57"/>
          <p:cNvSpPr txBox="1"/>
          <p:nvPr>
            <p:ph idx="1" type="body"/>
          </p:nvPr>
        </p:nvSpPr>
        <p:spPr>
          <a:xfrm>
            <a:off x="171450" y="1438275"/>
            <a:ext cx="3591000" cy="29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Variable resources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CPUs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GPUs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Memory</a:t>
            </a:r>
            <a:endParaRPr sz="1800">
              <a:solidFill>
                <a:srgbClr val="123F93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3F93"/>
              </a:solidFill>
            </a:endParaRPr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Debug interactive node</a:t>
            </a:r>
            <a:endParaRPr sz="1800">
              <a:solidFill>
                <a:srgbClr val="123F9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▪"/>
            </a:pPr>
            <a:r>
              <a:rPr lang="en" sz="1800">
                <a:solidFill>
                  <a:schemeClr val="dk2"/>
                </a:solidFill>
              </a:rPr>
              <a:t>Each node has a name</a:t>
            </a:r>
            <a:endParaRPr sz="1800">
              <a:solidFill>
                <a:srgbClr val="123F93"/>
              </a:solidFill>
            </a:endParaRPr>
          </a:p>
        </p:txBody>
      </p:sp>
      <p:pic>
        <p:nvPicPr>
          <p:cNvPr id="839" name="Google Shape;839;p57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385762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7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25" y="2743200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7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25" y="383117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7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325" y="385762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7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3147800"/>
            <a:ext cx="1114426" cy="11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57"/>
          <p:cNvSpPr txBox="1"/>
          <p:nvPr>
            <p:ph idx="1" type="body"/>
          </p:nvPr>
        </p:nvSpPr>
        <p:spPr>
          <a:xfrm>
            <a:off x="3648038" y="1895475"/>
            <a:ext cx="3591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23F93"/>
                </a:solidFill>
              </a:rPr>
              <a:t>More resources == Less priority</a:t>
            </a:r>
            <a:endParaRPr sz="1800">
              <a:solidFill>
                <a:srgbClr val="123F93"/>
              </a:solidFill>
            </a:endParaRPr>
          </a:p>
        </p:txBody>
      </p:sp>
      <p:sp>
        <p:nvSpPr>
          <p:cNvPr id="845" name="Google Shape;845;p57"/>
          <p:cNvSpPr/>
          <p:nvPr/>
        </p:nvSpPr>
        <p:spPr>
          <a:xfrm>
            <a:off x="3333750" y="1381125"/>
            <a:ext cx="209700" cy="1419300"/>
          </a:xfrm>
          <a:prstGeom prst="rightBrace">
            <a:avLst>
              <a:gd fmla="val 50000" name="adj1"/>
              <a:gd fmla="val 4899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7"/>
          <p:cNvSpPr txBox="1"/>
          <p:nvPr>
            <p:ph idx="1" type="body"/>
          </p:nvPr>
        </p:nvSpPr>
        <p:spPr>
          <a:xfrm>
            <a:off x="4571994" y="3301900"/>
            <a:ext cx="1819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23F93"/>
                </a:solidFill>
              </a:rPr>
              <a:t>Optimization</a:t>
            </a:r>
            <a:r>
              <a:rPr lang="en" sz="1800">
                <a:solidFill>
                  <a:srgbClr val="E82E4F"/>
                </a:solidFill>
              </a:rPr>
              <a:t>!!!</a:t>
            </a:r>
            <a:endParaRPr sz="1800">
              <a:solidFill>
                <a:srgbClr val="E82E4F"/>
              </a:solidFill>
            </a:endParaRPr>
          </a:p>
        </p:txBody>
      </p:sp>
      <p:cxnSp>
        <p:nvCxnSpPr>
          <p:cNvPr id="847" name="Google Shape;847;p57"/>
          <p:cNvCxnSpPr/>
          <p:nvPr/>
        </p:nvCxnSpPr>
        <p:spPr>
          <a:xfrm flipH="1">
            <a:off x="5246738" y="2403300"/>
            <a:ext cx="12600" cy="812700"/>
          </a:xfrm>
          <a:prstGeom prst="straightConnector1">
            <a:avLst/>
          </a:prstGeom>
          <a:noFill/>
          <a:ln cap="flat" cmpd="sng" w="9525">
            <a:solidFill>
              <a:srgbClr val="E82E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8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Nodes in HPC</a:t>
            </a:r>
            <a:endParaRPr/>
          </a:p>
        </p:txBody>
      </p:sp>
      <p:sp>
        <p:nvSpPr>
          <p:cNvPr id="853" name="Google Shape;853;p58"/>
          <p:cNvSpPr txBox="1"/>
          <p:nvPr>
            <p:ph idx="1" type="body"/>
          </p:nvPr>
        </p:nvSpPr>
        <p:spPr>
          <a:xfrm>
            <a:off x="171450" y="1438275"/>
            <a:ext cx="3591000" cy="29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Variable resources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CPUs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GPUs</a:t>
            </a:r>
            <a:endParaRPr sz="1800">
              <a:solidFill>
                <a:srgbClr val="123F93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23F93"/>
              </a:buClr>
              <a:buSzPts val="1800"/>
              <a:buChar char="▪"/>
            </a:pPr>
            <a:r>
              <a:rPr lang="en" sz="1800">
                <a:solidFill>
                  <a:srgbClr val="123F93"/>
                </a:solidFill>
              </a:rPr>
              <a:t>Memory</a:t>
            </a:r>
            <a:endParaRPr sz="1800">
              <a:solidFill>
                <a:srgbClr val="123F93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3F93"/>
              </a:solidFill>
            </a:endParaRPr>
          </a:p>
        </p:txBody>
      </p:sp>
      <p:pic>
        <p:nvPicPr>
          <p:cNvPr id="854" name="Google Shape;854;p58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385762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58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25" y="2743200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8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25" y="383117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8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325" y="3857625"/>
            <a:ext cx="1114426" cy="11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58" title="hosting_87127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3147800"/>
            <a:ext cx="1114426" cy="1114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9" name="Google Shape;859;p58"/>
          <p:cNvCxnSpPr/>
          <p:nvPr/>
        </p:nvCxnSpPr>
        <p:spPr>
          <a:xfrm flipH="1">
            <a:off x="5246738" y="2403300"/>
            <a:ext cx="12600" cy="812700"/>
          </a:xfrm>
          <a:prstGeom prst="straightConnector1">
            <a:avLst/>
          </a:prstGeom>
          <a:noFill/>
          <a:ln cap="flat" cmpd="sng" w="9525">
            <a:solidFill>
              <a:srgbClr val="E82E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0" name="Google Shape;860;p58"/>
          <p:cNvSpPr txBox="1"/>
          <p:nvPr>
            <p:ph idx="1" type="body"/>
          </p:nvPr>
        </p:nvSpPr>
        <p:spPr>
          <a:xfrm>
            <a:off x="4571994" y="3301900"/>
            <a:ext cx="1819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23F93"/>
                </a:solidFill>
              </a:rPr>
              <a:t>Optimization</a:t>
            </a:r>
            <a:r>
              <a:rPr lang="en" sz="1800">
                <a:solidFill>
                  <a:srgbClr val="E82E4F"/>
                </a:solidFill>
              </a:rPr>
              <a:t>!!!</a:t>
            </a:r>
            <a:endParaRPr sz="1800">
              <a:solidFill>
                <a:srgbClr val="E82E4F"/>
              </a:solidFill>
            </a:endParaRPr>
          </a:p>
        </p:txBody>
      </p:sp>
      <p:cxnSp>
        <p:nvCxnSpPr>
          <p:cNvPr id="861" name="Google Shape;861;p58"/>
          <p:cNvCxnSpPr/>
          <p:nvPr/>
        </p:nvCxnSpPr>
        <p:spPr>
          <a:xfrm flipH="1" rot="10800000">
            <a:off x="5434675" y="2416200"/>
            <a:ext cx="17700" cy="786900"/>
          </a:xfrm>
          <a:prstGeom prst="straightConnector1">
            <a:avLst/>
          </a:prstGeom>
          <a:noFill/>
          <a:ln cap="flat" cmpd="sng" w="9525">
            <a:solidFill>
              <a:srgbClr val="E82E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2" name="Google Shape;862;p58"/>
          <p:cNvSpPr txBox="1"/>
          <p:nvPr>
            <p:ph idx="1" type="body"/>
          </p:nvPr>
        </p:nvSpPr>
        <p:spPr>
          <a:xfrm>
            <a:off x="3762450" y="1587500"/>
            <a:ext cx="32829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23F93"/>
                </a:solidFill>
              </a:rPr>
              <a:t>Look into </a:t>
            </a:r>
            <a:r>
              <a:rPr i="1" lang="en" sz="1800">
                <a:solidFill>
                  <a:srgbClr val="123F93"/>
                </a:solidFill>
              </a:rPr>
              <a:t>log file</a:t>
            </a:r>
            <a:br>
              <a:rPr i="1" lang="en" sz="1800">
                <a:solidFill>
                  <a:srgbClr val="123F93"/>
                </a:solidFill>
              </a:rPr>
            </a:br>
            <a:r>
              <a:rPr lang="en" sz="1800">
                <a:solidFill>
                  <a:srgbClr val="E82E4F"/>
                </a:solidFill>
              </a:rPr>
              <a:t>jobname.logID</a:t>
            </a:r>
            <a:endParaRPr sz="1800">
              <a:solidFill>
                <a:srgbClr val="E82E4F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123F93"/>
              </a:solidFill>
            </a:endParaRPr>
          </a:p>
        </p:txBody>
      </p:sp>
      <p:grpSp>
        <p:nvGrpSpPr>
          <p:cNvPr id="863" name="Google Shape;863;p58"/>
          <p:cNvGrpSpPr/>
          <p:nvPr/>
        </p:nvGrpSpPr>
        <p:grpSpPr>
          <a:xfrm>
            <a:off x="6271100" y="1885436"/>
            <a:ext cx="425900" cy="425900"/>
            <a:chOff x="6271100" y="1885436"/>
            <a:chExt cx="425900" cy="425900"/>
          </a:xfrm>
        </p:grpSpPr>
        <p:sp>
          <p:nvSpPr>
            <p:cNvPr id="864" name="Google Shape;864;p58"/>
            <p:cNvSpPr/>
            <p:nvPr/>
          </p:nvSpPr>
          <p:spPr>
            <a:xfrm rot="2700000">
              <a:off x="6445876" y="2084179"/>
              <a:ext cx="96732" cy="193889"/>
            </a:xfrm>
            <a:prstGeom prst="ellipse">
              <a:avLst/>
            </a:prstGeom>
            <a:solidFill>
              <a:srgbClr val="E82E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5" name="Google Shape;865;p58" title="folder_13194314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71100" y="1885436"/>
              <a:ext cx="425900" cy="425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9"/>
          <p:cNvSpPr/>
          <p:nvPr/>
        </p:nvSpPr>
        <p:spPr>
          <a:xfrm>
            <a:off x="5391663" y="1617650"/>
            <a:ext cx="819650" cy="965025"/>
          </a:xfrm>
          <a:custGeom>
            <a:rect b="b" l="l" r="r" t="t"/>
            <a:pathLst>
              <a:path extrusionOk="0" h="38601" w="32786">
                <a:moveTo>
                  <a:pt x="10126" y="2707"/>
                </a:moveTo>
                <a:lnTo>
                  <a:pt x="5815" y="6316"/>
                </a:lnTo>
                <a:lnTo>
                  <a:pt x="5013" y="3810"/>
                </a:lnTo>
                <a:lnTo>
                  <a:pt x="1503" y="5715"/>
                </a:lnTo>
                <a:lnTo>
                  <a:pt x="0" y="7018"/>
                </a:lnTo>
                <a:lnTo>
                  <a:pt x="701" y="9725"/>
                </a:lnTo>
                <a:lnTo>
                  <a:pt x="2606" y="12432"/>
                </a:lnTo>
                <a:lnTo>
                  <a:pt x="7620" y="12934"/>
                </a:lnTo>
                <a:lnTo>
                  <a:pt x="9725" y="14738"/>
                </a:lnTo>
                <a:lnTo>
                  <a:pt x="9725" y="17947"/>
                </a:lnTo>
                <a:lnTo>
                  <a:pt x="13535" y="21055"/>
                </a:lnTo>
                <a:lnTo>
                  <a:pt x="18548" y="25166"/>
                </a:lnTo>
                <a:lnTo>
                  <a:pt x="23160" y="27773"/>
                </a:lnTo>
                <a:lnTo>
                  <a:pt x="24464" y="31883"/>
                </a:lnTo>
                <a:lnTo>
                  <a:pt x="20553" y="34390"/>
                </a:lnTo>
                <a:lnTo>
                  <a:pt x="17345" y="36195"/>
                </a:lnTo>
                <a:lnTo>
                  <a:pt x="20654" y="38601"/>
                </a:lnTo>
                <a:lnTo>
                  <a:pt x="27171" y="37899"/>
                </a:lnTo>
                <a:lnTo>
                  <a:pt x="28976" y="31182"/>
                </a:lnTo>
                <a:lnTo>
                  <a:pt x="32786" y="27773"/>
                </a:lnTo>
                <a:lnTo>
                  <a:pt x="28575" y="22759"/>
                </a:lnTo>
                <a:lnTo>
                  <a:pt x="23662" y="20052"/>
                </a:lnTo>
                <a:lnTo>
                  <a:pt x="19551" y="15139"/>
                </a:lnTo>
                <a:lnTo>
                  <a:pt x="15340" y="9525"/>
                </a:lnTo>
                <a:lnTo>
                  <a:pt x="18247" y="6016"/>
                </a:lnTo>
                <a:lnTo>
                  <a:pt x="18648" y="2206"/>
                </a:lnTo>
                <a:lnTo>
                  <a:pt x="13134" y="0"/>
                </a:lnTo>
                <a:close/>
              </a:path>
            </a:pathLst>
          </a:custGeom>
          <a:solidFill>
            <a:srgbClr val="01A2A6"/>
          </a:solidFill>
          <a:ln>
            <a:noFill/>
          </a:ln>
        </p:spPr>
      </p:sp>
      <p:sp>
        <p:nvSpPr>
          <p:cNvPr id="871" name="Google Shape;871;p59"/>
          <p:cNvSpPr/>
          <p:nvPr/>
        </p:nvSpPr>
        <p:spPr>
          <a:xfrm>
            <a:off x="880600" y="1827850"/>
            <a:ext cx="604200" cy="800100"/>
          </a:xfrm>
          <a:prstGeom prst="rect">
            <a:avLst/>
          </a:prstGeom>
          <a:solidFill>
            <a:srgbClr val="FBB6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9"/>
          <p:cNvSpPr txBox="1"/>
          <p:nvPr>
            <p:ph type="title"/>
          </p:nvPr>
        </p:nvSpPr>
        <p:spPr>
          <a:xfrm>
            <a:off x="628650" y="54775"/>
            <a:ext cx="3135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Nodes and names</a:t>
            </a:r>
            <a:endParaRPr/>
          </a:p>
        </p:txBody>
      </p:sp>
      <p:pic>
        <p:nvPicPr>
          <p:cNvPr id="873" name="Google Shape;87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175" y="1633738"/>
            <a:ext cx="995926" cy="9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9" title="map_1594046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6975" y="1649825"/>
            <a:ext cx="994200" cy="9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59" title="clipboard_56395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200" y="1665488"/>
            <a:ext cx="930700" cy="9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9"/>
          <p:cNvSpPr txBox="1"/>
          <p:nvPr>
            <p:ph idx="1" type="body"/>
          </p:nvPr>
        </p:nvSpPr>
        <p:spPr>
          <a:xfrm>
            <a:off x="364000" y="2831700"/>
            <a:ext cx="85587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debug_28C_56T_750GB              </a:t>
            </a:r>
            <a:r>
              <a:rPr lang="en" sz="1400"/>
              <a:t>  donphan                            debug_rome                      </a:t>
            </a:r>
            <a:r>
              <a:rPr lang="en" sz="1400"/>
              <a:t>interactive</a:t>
            </a:r>
            <a:endParaRPr sz="1400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                                                                                                                            </a:t>
            </a:r>
            <a:r>
              <a:rPr lang="en" sz="1400"/>
              <a:t>gpu_a100_debug</a:t>
            </a:r>
            <a:endParaRPr sz="1400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      </a:t>
            </a:r>
            <a:r>
              <a:rPr lang="en" sz="1400" u="sng">
                <a:solidFill>
                  <a:schemeClr val="hlink"/>
                </a:solidFill>
                <a:hlinkClick r:id="rId6"/>
              </a:rPr>
              <a:t>VIB</a:t>
            </a:r>
            <a:r>
              <a:rPr lang="en" sz="1400"/>
              <a:t>                                 </a:t>
            </a:r>
            <a:r>
              <a:rPr lang="en" sz="1400" u="sng">
                <a:solidFill>
                  <a:schemeClr val="hlink"/>
                </a:solidFill>
                <a:hlinkClick r:id="rId7"/>
              </a:rPr>
              <a:t>Tier 2 UGent</a:t>
            </a:r>
            <a:r>
              <a:rPr lang="en" sz="1400"/>
              <a:t>              </a:t>
            </a:r>
            <a:r>
              <a:rPr lang="en" sz="1400"/>
              <a:t>           </a:t>
            </a:r>
            <a:r>
              <a:rPr lang="en" sz="1400" u="sng">
                <a:solidFill>
                  <a:schemeClr val="hlink"/>
                </a:solidFill>
                <a:hlinkClick r:id="rId8"/>
              </a:rPr>
              <a:t> Tier 1 UGent</a:t>
            </a:r>
            <a:r>
              <a:rPr lang="en" sz="1400"/>
              <a:t>                 </a:t>
            </a:r>
            <a:r>
              <a:rPr lang="en" sz="1400" u="sng">
                <a:solidFill>
                  <a:schemeClr val="hlink"/>
                </a:solidFill>
                <a:hlinkClick r:id="rId9"/>
              </a:rPr>
              <a:t>Tier 2 KULeuven</a:t>
            </a:r>
            <a:r>
              <a:rPr lang="en" sz="1400"/>
              <a:t> </a:t>
            </a:r>
            <a:r>
              <a:rPr lang="en" sz="1400"/>
              <a:t>       </a:t>
            </a:r>
            <a:endParaRPr sz="1400"/>
          </a:p>
        </p:txBody>
      </p:sp>
      <p:sp>
        <p:nvSpPr>
          <p:cNvPr id="877" name="Google Shape;877;p59"/>
          <p:cNvSpPr/>
          <p:nvPr/>
        </p:nvSpPr>
        <p:spPr>
          <a:xfrm>
            <a:off x="7763475" y="1909025"/>
            <a:ext cx="604200" cy="800100"/>
          </a:xfrm>
          <a:prstGeom prst="rect">
            <a:avLst/>
          </a:prstGeom>
          <a:solidFill>
            <a:srgbClr val="00A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8" name="Google Shape;878;p59" title="clipboard_56395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6075" y="1746663"/>
            <a:ext cx="930700" cy="9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9"/>
          <p:cNvSpPr/>
          <p:nvPr/>
        </p:nvSpPr>
        <p:spPr>
          <a:xfrm>
            <a:off x="-2747150" y="2831700"/>
            <a:ext cx="2292600" cy="1050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Comment by Boris: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Changed link to point directly to #hardware section.</a:t>
            </a:r>
            <a:endParaRPr sz="1100"/>
          </a:p>
        </p:txBody>
      </p:sp>
      <p:sp>
        <p:nvSpPr>
          <p:cNvPr id="880" name="Google Shape;880;p59"/>
          <p:cNvSpPr/>
          <p:nvPr/>
        </p:nvSpPr>
        <p:spPr>
          <a:xfrm>
            <a:off x="-756400" y="3639300"/>
            <a:ext cx="501600" cy="450900"/>
          </a:xfrm>
          <a:prstGeom prst="heart">
            <a:avLst/>
          </a:prstGeom>
          <a:solidFill>
            <a:srgbClr val="00A04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0"/>
          <p:cNvSpPr/>
          <p:nvPr/>
        </p:nvSpPr>
        <p:spPr>
          <a:xfrm>
            <a:off x="5391663" y="1617650"/>
            <a:ext cx="819650" cy="965025"/>
          </a:xfrm>
          <a:custGeom>
            <a:rect b="b" l="l" r="r" t="t"/>
            <a:pathLst>
              <a:path extrusionOk="0" h="38601" w="32786">
                <a:moveTo>
                  <a:pt x="10126" y="2707"/>
                </a:moveTo>
                <a:lnTo>
                  <a:pt x="5815" y="6316"/>
                </a:lnTo>
                <a:lnTo>
                  <a:pt x="5013" y="3810"/>
                </a:lnTo>
                <a:lnTo>
                  <a:pt x="1503" y="5715"/>
                </a:lnTo>
                <a:lnTo>
                  <a:pt x="0" y="7018"/>
                </a:lnTo>
                <a:lnTo>
                  <a:pt x="701" y="9725"/>
                </a:lnTo>
                <a:lnTo>
                  <a:pt x="2606" y="12432"/>
                </a:lnTo>
                <a:lnTo>
                  <a:pt x="7620" y="12934"/>
                </a:lnTo>
                <a:lnTo>
                  <a:pt x="9725" y="14738"/>
                </a:lnTo>
                <a:lnTo>
                  <a:pt x="9725" y="17947"/>
                </a:lnTo>
                <a:lnTo>
                  <a:pt x="13535" y="21055"/>
                </a:lnTo>
                <a:lnTo>
                  <a:pt x="18548" y="25166"/>
                </a:lnTo>
                <a:lnTo>
                  <a:pt x="23160" y="27773"/>
                </a:lnTo>
                <a:lnTo>
                  <a:pt x="24464" y="31883"/>
                </a:lnTo>
                <a:lnTo>
                  <a:pt x="20553" y="34390"/>
                </a:lnTo>
                <a:lnTo>
                  <a:pt x="17345" y="36195"/>
                </a:lnTo>
                <a:lnTo>
                  <a:pt x="20654" y="38601"/>
                </a:lnTo>
                <a:lnTo>
                  <a:pt x="27171" y="37899"/>
                </a:lnTo>
                <a:lnTo>
                  <a:pt x="28976" y="31182"/>
                </a:lnTo>
                <a:lnTo>
                  <a:pt x="32786" y="27773"/>
                </a:lnTo>
                <a:lnTo>
                  <a:pt x="28575" y="22759"/>
                </a:lnTo>
                <a:lnTo>
                  <a:pt x="23662" y="20052"/>
                </a:lnTo>
                <a:lnTo>
                  <a:pt x="19551" y="15139"/>
                </a:lnTo>
                <a:lnTo>
                  <a:pt x="15340" y="9525"/>
                </a:lnTo>
                <a:lnTo>
                  <a:pt x="18247" y="6016"/>
                </a:lnTo>
                <a:lnTo>
                  <a:pt x="18648" y="2206"/>
                </a:lnTo>
                <a:lnTo>
                  <a:pt x="13134" y="0"/>
                </a:lnTo>
                <a:close/>
              </a:path>
            </a:pathLst>
          </a:custGeom>
          <a:solidFill>
            <a:srgbClr val="01A2A6"/>
          </a:solidFill>
          <a:ln>
            <a:noFill/>
          </a:ln>
        </p:spPr>
      </p:sp>
      <p:sp>
        <p:nvSpPr>
          <p:cNvPr id="886" name="Google Shape;886;p60"/>
          <p:cNvSpPr/>
          <p:nvPr/>
        </p:nvSpPr>
        <p:spPr>
          <a:xfrm>
            <a:off x="880600" y="1827850"/>
            <a:ext cx="604200" cy="800100"/>
          </a:xfrm>
          <a:prstGeom prst="rect">
            <a:avLst/>
          </a:prstGeom>
          <a:solidFill>
            <a:srgbClr val="FBB6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0"/>
          <p:cNvSpPr txBox="1"/>
          <p:nvPr>
            <p:ph type="title"/>
          </p:nvPr>
        </p:nvSpPr>
        <p:spPr>
          <a:xfrm>
            <a:off x="628650" y="54775"/>
            <a:ext cx="3135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Nodes and names</a:t>
            </a:r>
            <a:endParaRPr/>
          </a:p>
        </p:txBody>
      </p:sp>
      <p:pic>
        <p:nvPicPr>
          <p:cNvPr id="888" name="Google Shape;88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175" y="1633738"/>
            <a:ext cx="995926" cy="9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60" title="map_1594046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6975" y="1649825"/>
            <a:ext cx="994200" cy="9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60" title="clipboard_56395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200" y="1665488"/>
            <a:ext cx="930700" cy="9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60"/>
          <p:cNvSpPr txBox="1"/>
          <p:nvPr>
            <p:ph idx="1" type="body"/>
          </p:nvPr>
        </p:nvSpPr>
        <p:spPr>
          <a:xfrm>
            <a:off x="364000" y="2831700"/>
            <a:ext cx="85587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debug_28C_56T_750GB                donphan                            debug_rome                      interactive</a:t>
            </a:r>
            <a:endParaRPr sz="1400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                                                                                                                            gpu_a100_debug</a:t>
            </a:r>
            <a:endParaRPr sz="1400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      </a:t>
            </a:r>
            <a:r>
              <a:rPr lang="en" sz="1400" u="sng">
                <a:solidFill>
                  <a:schemeClr val="hlink"/>
                </a:solidFill>
                <a:hlinkClick r:id="rId6"/>
              </a:rPr>
              <a:t>VIB</a:t>
            </a:r>
            <a:r>
              <a:rPr lang="en" sz="1400"/>
              <a:t>                                 </a:t>
            </a:r>
            <a:r>
              <a:rPr lang="en" sz="1400" u="sng">
                <a:solidFill>
                  <a:schemeClr val="hlink"/>
                </a:solidFill>
                <a:hlinkClick r:id="rId7"/>
              </a:rPr>
              <a:t>Tier 2 UGent</a:t>
            </a:r>
            <a:r>
              <a:rPr lang="en" sz="1400"/>
              <a:t>                         </a:t>
            </a:r>
            <a:r>
              <a:rPr lang="en" sz="1400" u="sng">
                <a:solidFill>
                  <a:schemeClr val="hlink"/>
                </a:solidFill>
                <a:hlinkClick r:id="rId8"/>
              </a:rPr>
              <a:t> Tier 1 UGent</a:t>
            </a:r>
            <a:r>
              <a:rPr lang="en" sz="1400"/>
              <a:t>                 </a:t>
            </a:r>
            <a:r>
              <a:rPr lang="en" sz="1400" u="sng">
                <a:solidFill>
                  <a:schemeClr val="hlink"/>
                </a:solidFill>
                <a:hlinkClick r:id="rId9"/>
              </a:rPr>
              <a:t>Tier 2 KULeuven</a:t>
            </a:r>
            <a:r>
              <a:rPr lang="en" sz="1400"/>
              <a:t>        </a:t>
            </a:r>
            <a:endParaRPr sz="1400"/>
          </a:p>
        </p:txBody>
      </p:sp>
      <p:sp>
        <p:nvSpPr>
          <p:cNvPr id="892" name="Google Shape;892;p60"/>
          <p:cNvSpPr/>
          <p:nvPr/>
        </p:nvSpPr>
        <p:spPr>
          <a:xfrm>
            <a:off x="7763475" y="1909025"/>
            <a:ext cx="604200" cy="800100"/>
          </a:xfrm>
          <a:prstGeom prst="rect">
            <a:avLst/>
          </a:prstGeom>
          <a:solidFill>
            <a:srgbClr val="00A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60" title="clipboard_56395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6075" y="1746663"/>
            <a:ext cx="930700" cy="9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0"/>
          <p:cNvSpPr/>
          <p:nvPr/>
        </p:nvSpPr>
        <p:spPr>
          <a:xfrm>
            <a:off x="2591350" y="1302675"/>
            <a:ext cx="1980600" cy="3487800"/>
          </a:xfrm>
          <a:prstGeom prst="rect">
            <a:avLst/>
          </a:prstGeom>
          <a:noFill/>
          <a:ln cap="flat" cmpd="sng" w="9525">
            <a:solidFill>
              <a:srgbClr val="EF4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1"/>
          <p:cNvSpPr txBox="1"/>
          <p:nvPr>
            <p:ph idx="1" type="body"/>
          </p:nvPr>
        </p:nvSpPr>
        <p:spPr>
          <a:xfrm>
            <a:off x="2081050" y="1495725"/>
            <a:ext cx="5843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Connect to OnDemand</a:t>
            </a:r>
            <a:endParaRPr/>
          </a:p>
        </p:txBody>
      </p:sp>
      <p:sp>
        <p:nvSpPr>
          <p:cNvPr id="900" name="Google Shape;900;p61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901" name="Google Shape;901;p61"/>
          <p:cNvCxnSpPr/>
          <p:nvPr/>
        </p:nvCxnSpPr>
        <p:spPr>
          <a:xfrm>
            <a:off x="2018315" y="15946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2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OnDemand: </a:t>
            </a:r>
            <a:r>
              <a:rPr lang="en" sz="2000"/>
              <a:t>Friendly interface</a:t>
            </a:r>
            <a:endParaRPr sz="2000"/>
          </a:p>
        </p:txBody>
      </p:sp>
      <p:sp>
        <p:nvSpPr>
          <p:cNvPr id="907" name="Google Shape;907;p62"/>
          <p:cNvSpPr txBox="1"/>
          <p:nvPr>
            <p:ph idx="1" type="body"/>
          </p:nvPr>
        </p:nvSpPr>
        <p:spPr>
          <a:xfrm>
            <a:off x="5445500" y="1039425"/>
            <a:ext cx="3571800" cy="3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900"/>
              <a:t>VIB </a:t>
            </a:r>
            <a:endParaRPr sz="19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500" u="sng">
                <a:solidFill>
                  <a:srgbClr val="E82E4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https://compute.vib.be</a:t>
            </a:r>
            <a:r>
              <a:rPr lang="en" sz="1500"/>
              <a:t>  </a:t>
            </a:r>
            <a:endParaRPr sz="15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9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900"/>
              <a:t>UGent Tier-2</a:t>
            </a:r>
            <a:endParaRPr sz="19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500" u="sng">
                <a:solidFill>
                  <a:srgbClr val="E82E4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https://login.hpc.ugent.be</a:t>
            </a:r>
            <a:r>
              <a:rPr lang="en" sz="1500">
                <a:solidFill>
                  <a:srgbClr val="E82E4F"/>
                </a:solidFill>
              </a:rPr>
              <a:t> </a:t>
            </a:r>
            <a:endParaRPr sz="1500">
              <a:solidFill>
                <a:srgbClr val="E82E4F"/>
              </a:solidFill>
            </a:endParaRPr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500">
              <a:solidFill>
                <a:srgbClr val="E82E4F"/>
              </a:solidFill>
            </a:endParaRPr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900"/>
              <a:t>UGent Tier-1</a:t>
            </a:r>
            <a:endParaRPr sz="19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500" u="sng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https://tier1.hpc.ugent.be/</a:t>
            </a:r>
            <a:r>
              <a:rPr lang="en" sz="1500"/>
              <a:t> </a:t>
            </a:r>
            <a:endParaRPr sz="19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9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900"/>
              <a:t>KULeuven Tier-2</a:t>
            </a:r>
            <a:endParaRPr sz="19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https://ondemand.hpc.kuleuven.be/</a:t>
            </a:r>
            <a:r>
              <a:rPr lang="en" sz="1500"/>
              <a:t> </a:t>
            </a:r>
            <a:endParaRPr sz="1500"/>
          </a:p>
          <a:p>
            <a:pPr indent="-38100" lvl="0" marL="177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 sz="1900"/>
          </a:p>
        </p:txBody>
      </p:sp>
      <p:sp>
        <p:nvSpPr>
          <p:cNvPr id="908" name="Google Shape;908;p62"/>
          <p:cNvSpPr txBox="1"/>
          <p:nvPr>
            <p:ph idx="1" type="body"/>
          </p:nvPr>
        </p:nvSpPr>
        <p:spPr>
          <a:xfrm>
            <a:off x="4706675" y="1273000"/>
            <a:ext cx="441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254950" wrap="square" tIns="3427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lang="en" sz="1500">
                <a:solidFill>
                  <a:srgbClr val="123F93"/>
                </a:solidFill>
              </a:rPr>
              <a:t>…</a:t>
            </a:r>
            <a:endParaRPr sz="1500">
              <a:solidFill>
                <a:srgbClr val="123F93"/>
              </a:solidFill>
            </a:endParaRPr>
          </a:p>
        </p:txBody>
      </p:sp>
      <p:grpSp>
        <p:nvGrpSpPr>
          <p:cNvPr id="909" name="Google Shape;909;p62"/>
          <p:cNvGrpSpPr/>
          <p:nvPr/>
        </p:nvGrpSpPr>
        <p:grpSpPr>
          <a:xfrm>
            <a:off x="231950" y="957500"/>
            <a:ext cx="5061300" cy="3553000"/>
            <a:chOff x="231950" y="957500"/>
            <a:chExt cx="5061300" cy="3553000"/>
          </a:xfrm>
        </p:grpSpPr>
        <p:sp>
          <p:nvSpPr>
            <p:cNvPr id="910" name="Google Shape;910;p62"/>
            <p:cNvSpPr/>
            <p:nvPr/>
          </p:nvSpPr>
          <p:spPr>
            <a:xfrm>
              <a:off x="231950" y="1143000"/>
              <a:ext cx="5061300" cy="549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2"/>
            <p:cNvSpPr/>
            <p:nvPr/>
          </p:nvSpPr>
          <p:spPr>
            <a:xfrm>
              <a:off x="862250" y="1162600"/>
              <a:ext cx="659700" cy="504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Files</a:t>
              </a:r>
              <a:endParaRPr sz="1200"/>
            </a:p>
          </p:txBody>
        </p:sp>
        <p:sp>
          <p:nvSpPr>
            <p:cNvPr id="912" name="Google Shape;912;p62"/>
            <p:cNvSpPr/>
            <p:nvPr/>
          </p:nvSpPr>
          <p:spPr>
            <a:xfrm>
              <a:off x="1495850" y="1162600"/>
              <a:ext cx="705000" cy="504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Jobs</a:t>
              </a:r>
              <a:endParaRPr sz="1200"/>
            </a:p>
          </p:txBody>
        </p:sp>
        <p:sp>
          <p:nvSpPr>
            <p:cNvPr id="913" name="Google Shape;913;p62"/>
            <p:cNvSpPr/>
            <p:nvPr/>
          </p:nvSpPr>
          <p:spPr>
            <a:xfrm>
              <a:off x="2205650" y="1162600"/>
              <a:ext cx="843900" cy="504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Clusters</a:t>
              </a:r>
              <a:endParaRPr sz="1200"/>
            </a:p>
          </p:txBody>
        </p:sp>
        <p:sp>
          <p:nvSpPr>
            <p:cNvPr id="914" name="Google Shape;914;p62"/>
            <p:cNvSpPr/>
            <p:nvPr/>
          </p:nvSpPr>
          <p:spPr>
            <a:xfrm>
              <a:off x="3054350" y="1162600"/>
              <a:ext cx="1355100" cy="504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7150" spcFirstLastPara="1" rIns="91425" wrap="square" tIns="91425">
              <a:noAutofit/>
            </a:bodyPr>
            <a:lstStyle/>
            <a:p>
              <a:pPr indent="-9525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Interactive</a:t>
              </a:r>
              <a:r>
                <a:rPr lang="en" sz="1200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Apps</a:t>
              </a:r>
              <a:endParaRPr/>
            </a:p>
          </p:txBody>
        </p:sp>
        <p:pic>
          <p:nvPicPr>
            <p:cNvPr id="915" name="Google Shape;915;p6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7523" y="1215150"/>
              <a:ext cx="405000" cy="4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62"/>
            <p:cNvSpPr/>
            <p:nvPr/>
          </p:nvSpPr>
          <p:spPr>
            <a:xfrm>
              <a:off x="231950" y="1692300"/>
              <a:ext cx="5061300" cy="2818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123F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123F93"/>
                </a:solidFill>
              </a:endParaRPr>
            </a:p>
          </p:txBody>
        </p:sp>
        <p:sp>
          <p:nvSpPr>
            <p:cNvPr id="917" name="Google Shape;917;p62"/>
            <p:cNvSpPr/>
            <p:nvPr/>
          </p:nvSpPr>
          <p:spPr>
            <a:xfrm>
              <a:off x="231950" y="957500"/>
              <a:ext cx="5061300" cy="17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123F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123F93"/>
                  </a:solidFill>
                </a:rPr>
                <a:t>https://website.be</a:t>
              </a:r>
              <a:endParaRPr sz="800">
                <a:solidFill>
                  <a:srgbClr val="123F93"/>
                </a:solidFill>
              </a:endParaRPr>
            </a:p>
          </p:txBody>
        </p:sp>
        <p:pic>
          <p:nvPicPr>
            <p:cNvPr id="918" name="Google Shape;918;p6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87664" y="2493087"/>
              <a:ext cx="608875" cy="178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9" name="Google Shape;919;p62"/>
            <p:cNvPicPr preferRelativeResize="0"/>
            <p:nvPr/>
          </p:nvPicPr>
          <p:blipFill rotWithShape="1">
            <a:blip r:embed="rId9">
              <a:alphaModFix/>
            </a:blip>
            <a:srcRect b="6873" l="0" r="19653" t="0"/>
            <a:stretch/>
          </p:blipFill>
          <p:spPr>
            <a:xfrm>
              <a:off x="1541200" y="2493075"/>
              <a:ext cx="3062600" cy="178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0" name="Google Shape;920;p6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9187" y="1946800"/>
              <a:ext cx="291776" cy="291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62"/>
            <p:cNvSpPr txBox="1"/>
            <p:nvPr/>
          </p:nvSpPr>
          <p:spPr>
            <a:xfrm>
              <a:off x="1976650" y="1877138"/>
              <a:ext cx="2511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3434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Open OnDemand provides an integrated, single access point for all your HPC resources.</a:t>
              </a:r>
              <a:endParaRPr sz="800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3"/>
          <p:cNvSpPr/>
          <p:nvPr/>
        </p:nvSpPr>
        <p:spPr>
          <a:xfrm>
            <a:off x="2288625" y="1636600"/>
            <a:ext cx="1423500" cy="931500"/>
          </a:xfrm>
          <a:prstGeom prst="roundRect">
            <a:avLst>
              <a:gd fmla="val 16667" name="adj"/>
            </a:avLst>
          </a:prstGeom>
          <a:solidFill>
            <a:srgbClr val="123F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63"/>
          <p:cNvSpPr/>
          <p:nvPr/>
        </p:nvSpPr>
        <p:spPr>
          <a:xfrm>
            <a:off x="2657325" y="2550325"/>
            <a:ext cx="686100" cy="52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3"/>
          <p:cNvSpPr/>
          <p:nvPr/>
        </p:nvSpPr>
        <p:spPr>
          <a:xfrm>
            <a:off x="2312125" y="1669700"/>
            <a:ext cx="1379400" cy="87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3"/>
          <p:cNvSpPr/>
          <p:nvPr/>
        </p:nvSpPr>
        <p:spPr>
          <a:xfrm>
            <a:off x="2974275" y="1648150"/>
            <a:ext cx="52200" cy="5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3"/>
          <p:cNvSpPr txBox="1"/>
          <p:nvPr/>
        </p:nvSpPr>
        <p:spPr>
          <a:xfrm>
            <a:off x="824325" y="648738"/>
            <a:ext cx="13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account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31" name="Google Shape;931;p63"/>
          <p:cNvCxnSpPr>
            <a:stCxn id="928" idx="3"/>
          </p:cNvCxnSpPr>
          <p:nvPr/>
        </p:nvCxnSpPr>
        <p:spPr>
          <a:xfrm flipH="1" rot="10800000">
            <a:off x="3691525" y="1967150"/>
            <a:ext cx="1443600" cy="1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63"/>
          <p:cNvCxnSpPr/>
          <p:nvPr/>
        </p:nvCxnSpPr>
        <p:spPr>
          <a:xfrm>
            <a:off x="3691525" y="2108150"/>
            <a:ext cx="1408500" cy="8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3" name="Google Shape;933;p63"/>
          <p:cNvCxnSpPr/>
          <p:nvPr/>
        </p:nvCxnSpPr>
        <p:spPr>
          <a:xfrm>
            <a:off x="3691525" y="2108150"/>
            <a:ext cx="143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934" name="Google Shape;934;p63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5988775" y="167112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63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5957900" y="2323762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63"/>
          <p:cNvSpPr txBox="1"/>
          <p:nvPr/>
        </p:nvSpPr>
        <p:spPr>
          <a:xfrm>
            <a:off x="5224675" y="113052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7" name="Google Shape;937;p63"/>
          <p:cNvSpPr txBox="1"/>
          <p:nvPr/>
        </p:nvSpPr>
        <p:spPr>
          <a:xfrm>
            <a:off x="5224675" y="174080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8" name="Google Shape;938;p63"/>
          <p:cNvSpPr txBox="1"/>
          <p:nvPr/>
        </p:nvSpPr>
        <p:spPr>
          <a:xfrm>
            <a:off x="5209663" y="228932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39" name="Google Shape;939;p63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6003787" y="104037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3"/>
          <p:cNvSpPr txBox="1"/>
          <p:nvPr/>
        </p:nvSpPr>
        <p:spPr>
          <a:xfrm>
            <a:off x="5216971" y="2715625"/>
            <a:ext cx="15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41" name="Google Shape;941;p63"/>
          <p:cNvCxnSpPr/>
          <p:nvPr/>
        </p:nvCxnSpPr>
        <p:spPr>
          <a:xfrm flipH="1" rot="10800000">
            <a:off x="1633375" y="2107100"/>
            <a:ext cx="609300" cy="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942" name="Google Shape;942;p63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305604" y="1285300"/>
            <a:ext cx="474604" cy="3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63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4448" y="1337625"/>
            <a:ext cx="474600" cy="2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63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259288" y="1773225"/>
            <a:ext cx="609300" cy="272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63"/>
          <p:cNvPicPr preferRelativeResize="0"/>
          <p:nvPr/>
        </p:nvPicPr>
        <p:blipFill rotWithShape="1">
          <a:blip r:embed="rId6">
            <a:alphaModFix/>
          </a:blip>
          <a:srcRect b="23672" l="10429" r="12494" t="24049"/>
          <a:stretch/>
        </p:blipFill>
        <p:spPr>
          <a:xfrm>
            <a:off x="919199" y="1780250"/>
            <a:ext cx="761384" cy="2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63"/>
          <p:cNvPicPr preferRelativeResize="0"/>
          <p:nvPr/>
        </p:nvPicPr>
        <p:blipFill rotWithShape="1">
          <a:blip r:embed="rId7">
            <a:alphaModFix/>
          </a:blip>
          <a:srcRect b="32945" l="0" r="0" t="39251"/>
          <a:stretch/>
        </p:blipFill>
        <p:spPr>
          <a:xfrm>
            <a:off x="927307" y="2177850"/>
            <a:ext cx="928600" cy="2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6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0900" y="1285300"/>
            <a:ext cx="362850" cy="3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6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3005" y="2177847"/>
            <a:ext cx="541870" cy="2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63"/>
          <p:cNvSpPr txBox="1"/>
          <p:nvPr/>
        </p:nvSpPr>
        <p:spPr>
          <a:xfrm>
            <a:off x="219401" y="2504700"/>
            <a:ext cx="177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Any of their partners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0" name="Google Shape;950;p63"/>
          <p:cNvSpPr txBox="1"/>
          <p:nvPr/>
        </p:nvSpPr>
        <p:spPr>
          <a:xfrm>
            <a:off x="2450600" y="1925238"/>
            <a:ext cx="11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OnDemand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1" name="Google Shape;951;p63"/>
          <p:cNvSpPr/>
          <p:nvPr/>
        </p:nvSpPr>
        <p:spPr>
          <a:xfrm>
            <a:off x="6959113" y="912050"/>
            <a:ext cx="149700" cy="2251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2" name="Google Shape;952;p63"/>
          <p:cNvPicPr preferRelativeResize="0"/>
          <p:nvPr/>
        </p:nvPicPr>
        <p:blipFill rotWithShape="1">
          <a:blip r:embed="rId10">
            <a:alphaModFix/>
          </a:blip>
          <a:srcRect b="23565" l="6918" r="6171" t="29891"/>
          <a:stretch/>
        </p:blipFill>
        <p:spPr>
          <a:xfrm>
            <a:off x="7169375" y="1400500"/>
            <a:ext cx="1816225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3" name="Google Shape;953;p63"/>
          <p:cNvCxnSpPr>
            <a:stCxn id="928" idx="3"/>
          </p:cNvCxnSpPr>
          <p:nvPr/>
        </p:nvCxnSpPr>
        <p:spPr>
          <a:xfrm flipH="1" rot="10800000">
            <a:off x="3691525" y="1308650"/>
            <a:ext cx="14145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954" name="Google Shape;954;p63" title="hosting_871278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30350" y="2108738"/>
            <a:ext cx="761375" cy="7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63"/>
          <p:cNvSpPr txBox="1"/>
          <p:nvPr>
            <p:ph type="title"/>
          </p:nvPr>
        </p:nvSpPr>
        <p:spPr>
          <a:xfrm>
            <a:off x="628650" y="5477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Where can you connect ?</a:t>
            </a:r>
            <a:endParaRPr sz="2000"/>
          </a:p>
        </p:txBody>
      </p:sp>
      <p:grpSp>
        <p:nvGrpSpPr>
          <p:cNvPr id="956" name="Google Shape;956;p63"/>
          <p:cNvGrpSpPr/>
          <p:nvPr/>
        </p:nvGrpSpPr>
        <p:grpSpPr>
          <a:xfrm>
            <a:off x="61474" y="581100"/>
            <a:ext cx="1302451" cy="535475"/>
            <a:chOff x="305599" y="550075"/>
            <a:chExt cx="1302451" cy="535475"/>
          </a:xfrm>
        </p:grpSpPr>
        <p:pic>
          <p:nvPicPr>
            <p:cNvPr id="957" name="Google Shape;957;p63"/>
            <p:cNvPicPr preferRelativeResize="0"/>
            <p:nvPr/>
          </p:nvPicPr>
          <p:blipFill rotWithShape="1">
            <a:blip r:embed="rId10">
              <a:alphaModFix/>
            </a:blip>
            <a:srcRect b="23565" l="6918" r="39199" t="29891"/>
            <a:stretch/>
          </p:blipFill>
          <p:spPr>
            <a:xfrm>
              <a:off x="305599" y="550075"/>
              <a:ext cx="1101300" cy="53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63"/>
            <p:cNvSpPr/>
            <p:nvPr/>
          </p:nvSpPr>
          <p:spPr>
            <a:xfrm rot="9701171">
              <a:off x="1283532" y="587118"/>
              <a:ext cx="269237" cy="397027"/>
            </a:xfrm>
            <a:prstGeom prst="triangle">
              <a:avLst>
                <a:gd fmla="val 8747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59" name="Google Shape;959;p63"/>
          <p:cNvCxnSpPr/>
          <p:nvPr/>
        </p:nvCxnSpPr>
        <p:spPr>
          <a:xfrm flipH="1" rot="10800000">
            <a:off x="439050" y="1116275"/>
            <a:ext cx="12192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4"/>
          <p:cNvSpPr/>
          <p:nvPr/>
        </p:nvSpPr>
        <p:spPr>
          <a:xfrm>
            <a:off x="2288625" y="1636600"/>
            <a:ext cx="1423500" cy="931500"/>
          </a:xfrm>
          <a:prstGeom prst="roundRect">
            <a:avLst>
              <a:gd fmla="val 16667" name="adj"/>
            </a:avLst>
          </a:prstGeom>
          <a:solidFill>
            <a:srgbClr val="123F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4"/>
          <p:cNvSpPr/>
          <p:nvPr/>
        </p:nvSpPr>
        <p:spPr>
          <a:xfrm>
            <a:off x="2657325" y="2550325"/>
            <a:ext cx="686100" cy="52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4"/>
          <p:cNvSpPr/>
          <p:nvPr/>
        </p:nvSpPr>
        <p:spPr>
          <a:xfrm>
            <a:off x="2312125" y="1669700"/>
            <a:ext cx="1379400" cy="87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4"/>
          <p:cNvSpPr/>
          <p:nvPr/>
        </p:nvSpPr>
        <p:spPr>
          <a:xfrm>
            <a:off x="2974275" y="1648150"/>
            <a:ext cx="52200" cy="5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8" name="Google Shape;968;p64"/>
          <p:cNvCxnSpPr>
            <a:stCxn id="966" idx="3"/>
          </p:cNvCxnSpPr>
          <p:nvPr/>
        </p:nvCxnSpPr>
        <p:spPr>
          <a:xfrm flipH="1" rot="10800000">
            <a:off x="3691525" y="1967150"/>
            <a:ext cx="1443600" cy="141000"/>
          </a:xfrm>
          <a:prstGeom prst="straightConnector1">
            <a:avLst/>
          </a:prstGeom>
          <a:noFill/>
          <a:ln cap="flat" cmpd="sng" w="28575">
            <a:solidFill>
              <a:srgbClr val="E82E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9" name="Google Shape;969;p64"/>
          <p:cNvCxnSpPr/>
          <p:nvPr/>
        </p:nvCxnSpPr>
        <p:spPr>
          <a:xfrm>
            <a:off x="3691525" y="2108150"/>
            <a:ext cx="1408500" cy="8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0" name="Google Shape;970;p64"/>
          <p:cNvCxnSpPr/>
          <p:nvPr/>
        </p:nvCxnSpPr>
        <p:spPr>
          <a:xfrm>
            <a:off x="3691525" y="2108150"/>
            <a:ext cx="143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971" name="Google Shape;971;p64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5988775" y="167112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64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5957900" y="2323762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64"/>
          <p:cNvSpPr txBox="1"/>
          <p:nvPr/>
        </p:nvSpPr>
        <p:spPr>
          <a:xfrm>
            <a:off x="5224675" y="113052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4" name="Google Shape;974;p64"/>
          <p:cNvSpPr txBox="1"/>
          <p:nvPr/>
        </p:nvSpPr>
        <p:spPr>
          <a:xfrm>
            <a:off x="5224675" y="174080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5" name="Google Shape;975;p64"/>
          <p:cNvSpPr txBox="1"/>
          <p:nvPr/>
        </p:nvSpPr>
        <p:spPr>
          <a:xfrm>
            <a:off x="5209663" y="228932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76" name="Google Shape;976;p64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6003787" y="104037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64"/>
          <p:cNvSpPr txBox="1"/>
          <p:nvPr/>
        </p:nvSpPr>
        <p:spPr>
          <a:xfrm>
            <a:off x="5216971" y="2715625"/>
            <a:ext cx="15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78" name="Google Shape;978;p64"/>
          <p:cNvCxnSpPr/>
          <p:nvPr/>
        </p:nvCxnSpPr>
        <p:spPr>
          <a:xfrm flipH="1" rot="10800000">
            <a:off x="1633375" y="2107100"/>
            <a:ext cx="609300" cy="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979" name="Google Shape;979;p64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305604" y="1285300"/>
            <a:ext cx="474604" cy="3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64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4448" y="1337625"/>
            <a:ext cx="474600" cy="2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64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259288" y="1773225"/>
            <a:ext cx="609300" cy="272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64"/>
          <p:cNvPicPr preferRelativeResize="0"/>
          <p:nvPr/>
        </p:nvPicPr>
        <p:blipFill rotWithShape="1">
          <a:blip r:embed="rId6">
            <a:alphaModFix/>
          </a:blip>
          <a:srcRect b="23672" l="10429" r="12494" t="24049"/>
          <a:stretch/>
        </p:blipFill>
        <p:spPr>
          <a:xfrm>
            <a:off x="919199" y="1780250"/>
            <a:ext cx="761384" cy="2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64"/>
          <p:cNvPicPr preferRelativeResize="0"/>
          <p:nvPr/>
        </p:nvPicPr>
        <p:blipFill rotWithShape="1">
          <a:blip r:embed="rId7">
            <a:alphaModFix/>
          </a:blip>
          <a:srcRect b="32945" l="0" r="0" t="39251"/>
          <a:stretch/>
        </p:blipFill>
        <p:spPr>
          <a:xfrm>
            <a:off x="927307" y="2177850"/>
            <a:ext cx="928600" cy="2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0900" y="1285300"/>
            <a:ext cx="362850" cy="3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6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3005" y="2177847"/>
            <a:ext cx="541870" cy="2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64"/>
          <p:cNvSpPr txBox="1"/>
          <p:nvPr/>
        </p:nvSpPr>
        <p:spPr>
          <a:xfrm>
            <a:off x="219401" y="2504700"/>
            <a:ext cx="177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Any of their partners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7" name="Google Shape;987;p64"/>
          <p:cNvSpPr txBox="1"/>
          <p:nvPr/>
        </p:nvSpPr>
        <p:spPr>
          <a:xfrm>
            <a:off x="2450600" y="1925238"/>
            <a:ext cx="11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OnDemand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8" name="Google Shape;988;p64"/>
          <p:cNvSpPr/>
          <p:nvPr/>
        </p:nvSpPr>
        <p:spPr>
          <a:xfrm>
            <a:off x="6959113" y="912050"/>
            <a:ext cx="149700" cy="2251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64"/>
          <p:cNvPicPr preferRelativeResize="0"/>
          <p:nvPr/>
        </p:nvPicPr>
        <p:blipFill rotWithShape="1">
          <a:blip r:embed="rId10">
            <a:alphaModFix/>
          </a:blip>
          <a:srcRect b="23565" l="6918" r="6171" t="29891"/>
          <a:stretch/>
        </p:blipFill>
        <p:spPr>
          <a:xfrm>
            <a:off x="7169375" y="1400500"/>
            <a:ext cx="1816225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0" name="Google Shape;990;p64"/>
          <p:cNvCxnSpPr>
            <a:stCxn id="966" idx="3"/>
          </p:cNvCxnSpPr>
          <p:nvPr/>
        </p:nvCxnSpPr>
        <p:spPr>
          <a:xfrm flipH="1" rot="10800000">
            <a:off x="3691525" y="1308650"/>
            <a:ext cx="14145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991" name="Google Shape;991;p64" title="hosting_871278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30350" y="2108738"/>
            <a:ext cx="761375" cy="7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64"/>
          <p:cNvSpPr txBox="1"/>
          <p:nvPr>
            <p:ph type="title"/>
          </p:nvPr>
        </p:nvSpPr>
        <p:spPr>
          <a:xfrm>
            <a:off x="628650" y="5477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Where can you connect ?</a:t>
            </a:r>
            <a:endParaRPr sz="2000"/>
          </a:p>
        </p:txBody>
      </p:sp>
      <p:sp>
        <p:nvSpPr>
          <p:cNvPr id="993" name="Google Shape;993;p64"/>
          <p:cNvSpPr txBox="1"/>
          <p:nvPr/>
        </p:nvSpPr>
        <p:spPr>
          <a:xfrm>
            <a:off x="824325" y="648738"/>
            <a:ext cx="13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account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94" name="Google Shape;994;p64"/>
          <p:cNvGrpSpPr/>
          <p:nvPr/>
        </p:nvGrpSpPr>
        <p:grpSpPr>
          <a:xfrm>
            <a:off x="61474" y="581100"/>
            <a:ext cx="1302451" cy="535475"/>
            <a:chOff x="305599" y="550075"/>
            <a:chExt cx="1302451" cy="535475"/>
          </a:xfrm>
        </p:grpSpPr>
        <p:pic>
          <p:nvPicPr>
            <p:cNvPr id="995" name="Google Shape;995;p64"/>
            <p:cNvPicPr preferRelativeResize="0"/>
            <p:nvPr/>
          </p:nvPicPr>
          <p:blipFill rotWithShape="1">
            <a:blip r:embed="rId10">
              <a:alphaModFix/>
            </a:blip>
            <a:srcRect b="23565" l="6918" r="39199" t="29891"/>
            <a:stretch/>
          </p:blipFill>
          <p:spPr>
            <a:xfrm>
              <a:off x="305599" y="550075"/>
              <a:ext cx="1101300" cy="53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64"/>
            <p:cNvSpPr/>
            <p:nvPr/>
          </p:nvSpPr>
          <p:spPr>
            <a:xfrm rot="9701171">
              <a:off x="1283532" y="587118"/>
              <a:ext cx="269237" cy="397027"/>
            </a:xfrm>
            <a:prstGeom prst="triangle">
              <a:avLst>
                <a:gd fmla="val 8747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97" name="Google Shape;997;p64"/>
          <p:cNvCxnSpPr/>
          <p:nvPr/>
        </p:nvCxnSpPr>
        <p:spPr>
          <a:xfrm flipH="1" rot="10800000">
            <a:off x="439050" y="1116275"/>
            <a:ext cx="12192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5"/>
          <p:cNvSpPr/>
          <p:nvPr/>
        </p:nvSpPr>
        <p:spPr>
          <a:xfrm>
            <a:off x="2288625" y="1636600"/>
            <a:ext cx="1423500" cy="931500"/>
          </a:xfrm>
          <a:prstGeom prst="roundRect">
            <a:avLst>
              <a:gd fmla="val 16667" name="adj"/>
            </a:avLst>
          </a:prstGeom>
          <a:solidFill>
            <a:srgbClr val="123F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5"/>
          <p:cNvSpPr/>
          <p:nvPr/>
        </p:nvSpPr>
        <p:spPr>
          <a:xfrm>
            <a:off x="2657325" y="2550325"/>
            <a:ext cx="686100" cy="52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5"/>
          <p:cNvSpPr/>
          <p:nvPr/>
        </p:nvSpPr>
        <p:spPr>
          <a:xfrm>
            <a:off x="2312125" y="1669700"/>
            <a:ext cx="1379400" cy="87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5"/>
          <p:cNvSpPr/>
          <p:nvPr/>
        </p:nvSpPr>
        <p:spPr>
          <a:xfrm>
            <a:off x="2974275" y="1648150"/>
            <a:ext cx="52200" cy="5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65"/>
          <p:cNvCxnSpPr>
            <a:stCxn id="1004" idx="3"/>
          </p:cNvCxnSpPr>
          <p:nvPr/>
        </p:nvCxnSpPr>
        <p:spPr>
          <a:xfrm flipH="1" rot="10800000">
            <a:off x="3691525" y="1967150"/>
            <a:ext cx="1443600" cy="141000"/>
          </a:xfrm>
          <a:prstGeom prst="straightConnector1">
            <a:avLst/>
          </a:prstGeom>
          <a:noFill/>
          <a:ln cap="flat" cmpd="sng" w="28575">
            <a:solidFill>
              <a:srgbClr val="E82E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7" name="Google Shape;1007;p65"/>
          <p:cNvCxnSpPr/>
          <p:nvPr/>
        </p:nvCxnSpPr>
        <p:spPr>
          <a:xfrm>
            <a:off x="3691525" y="2108150"/>
            <a:ext cx="1408500" cy="8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8" name="Google Shape;1008;p65"/>
          <p:cNvCxnSpPr/>
          <p:nvPr/>
        </p:nvCxnSpPr>
        <p:spPr>
          <a:xfrm>
            <a:off x="3691525" y="2108150"/>
            <a:ext cx="143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09" name="Google Shape;1009;p65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5988775" y="167112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65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5957900" y="2323762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65"/>
          <p:cNvSpPr txBox="1"/>
          <p:nvPr/>
        </p:nvSpPr>
        <p:spPr>
          <a:xfrm>
            <a:off x="5224675" y="113052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2" name="Google Shape;1012;p65"/>
          <p:cNvSpPr txBox="1"/>
          <p:nvPr/>
        </p:nvSpPr>
        <p:spPr>
          <a:xfrm>
            <a:off x="5224675" y="174080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3" name="Google Shape;1013;p65"/>
          <p:cNvSpPr txBox="1"/>
          <p:nvPr/>
        </p:nvSpPr>
        <p:spPr>
          <a:xfrm>
            <a:off x="5209663" y="228932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4" name="Google Shape;1014;p65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6003787" y="104037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65"/>
          <p:cNvSpPr txBox="1"/>
          <p:nvPr/>
        </p:nvSpPr>
        <p:spPr>
          <a:xfrm>
            <a:off x="5216971" y="2715625"/>
            <a:ext cx="15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16" name="Google Shape;1016;p65"/>
          <p:cNvCxnSpPr/>
          <p:nvPr/>
        </p:nvCxnSpPr>
        <p:spPr>
          <a:xfrm flipH="1" rot="10800000">
            <a:off x="1633375" y="2107100"/>
            <a:ext cx="609300" cy="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17" name="Google Shape;1017;p65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305604" y="1285300"/>
            <a:ext cx="474604" cy="3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65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4448" y="1337625"/>
            <a:ext cx="474600" cy="2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65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259288" y="1773225"/>
            <a:ext cx="609300" cy="272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65"/>
          <p:cNvPicPr preferRelativeResize="0"/>
          <p:nvPr/>
        </p:nvPicPr>
        <p:blipFill rotWithShape="1">
          <a:blip r:embed="rId6">
            <a:alphaModFix/>
          </a:blip>
          <a:srcRect b="23672" l="10429" r="12494" t="24049"/>
          <a:stretch/>
        </p:blipFill>
        <p:spPr>
          <a:xfrm>
            <a:off x="919199" y="1780250"/>
            <a:ext cx="761384" cy="2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65"/>
          <p:cNvPicPr preferRelativeResize="0"/>
          <p:nvPr/>
        </p:nvPicPr>
        <p:blipFill rotWithShape="1">
          <a:blip r:embed="rId7">
            <a:alphaModFix/>
          </a:blip>
          <a:srcRect b="32945" l="0" r="0" t="39251"/>
          <a:stretch/>
        </p:blipFill>
        <p:spPr>
          <a:xfrm>
            <a:off x="927307" y="2177850"/>
            <a:ext cx="928600" cy="2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0900" y="1285300"/>
            <a:ext cx="362850" cy="3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3005" y="2177847"/>
            <a:ext cx="541870" cy="2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65"/>
          <p:cNvSpPr txBox="1"/>
          <p:nvPr/>
        </p:nvSpPr>
        <p:spPr>
          <a:xfrm>
            <a:off x="219401" y="2504700"/>
            <a:ext cx="177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Any of their partners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5" name="Google Shape;1025;p65"/>
          <p:cNvSpPr txBox="1"/>
          <p:nvPr/>
        </p:nvSpPr>
        <p:spPr>
          <a:xfrm>
            <a:off x="2450600" y="1925238"/>
            <a:ext cx="11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OnDemand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6" name="Google Shape;1026;p65"/>
          <p:cNvSpPr/>
          <p:nvPr/>
        </p:nvSpPr>
        <p:spPr>
          <a:xfrm>
            <a:off x="6959113" y="912050"/>
            <a:ext cx="149700" cy="2251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7" name="Google Shape;1027;p65"/>
          <p:cNvPicPr preferRelativeResize="0"/>
          <p:nvPr/>
        </p:nvPicPr>
        <p:blipFill rotWithShape="1">
          <a:blip r:embed="rId10">
            <a:alphaModFix/>
          </a:blip>
          <a:srcRect b="23565" l="6918" r="6171" t="29891"/>
          <a:stretch/>
        </p:blipFill>
        <p:spPr>
          <a:xfrm>
            <a:off x="7169375" y="1400500"/>
            <a:ext cx="1816225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8" name="Google Shape;1028;p65"/>
          <p:cNvCxnSpPr>
            <a:stCxn id="1004" idx="3"/>
          </p:cNvCxnSpPr>
          <p:nvPr/>
        </p:nvCxnSpPr>
        <p:spPr>
          <a:xfrm flipH="1" rot="10800000">
            <a:off x="3691525" y="1308650"/>
            <a:ext cx="14145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29" name="Google Shape;1029;p65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28" y="3606775"/>
            <a:ext cx="1006366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65"/>
          <p:cNvSpPr txBox="1"/>
          <p:nvPr/>
        </p:nvSpPr>
        <p:spPr>
          <a:xfrm>
            <a:off x="530200" y="4121750"/>
            <a:ext cx="100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account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1" name="Google Shape;1031;p65"/>
          <p:cNvSpPr/>
          <p:nvPr/>
        </p:nvSpPr>
        <p:spPr>
          <a:xfrm>
            <a:off x="2349625" y="3556025"/>
            <a:ext cx="1423500" cy="931500"/>
          </a:xfrm>
          <a:prstGeom prst="roundRect">
            <a:avLst>
              <a:gd fmla="val 16667" name="adj"/>
            </a:avLst>
          </a:prstGeom>
          <a:solidFill>
            <a:srgbClr val="123F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718325" y="3860150"/>
            <a:ext cx="686100" cy="52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373125" y="3589125"/>
            <a:ext cx="1379400" cy="87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3035275" y="3556025"/>
            <a:ext cx="52200" cy="5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 txBox="1"/>
          <p:nvPr/>
        </p:nvSpPr>
        <p:spPr>
          <a:xfrm>
            <a:off x="2511600" y="3844663"/>
            <a:ext cx="11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OnDemand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36" name="Google Shape;1036;p65" title="hosting_871278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30350" y="2108738"/>
            <a:ext cx="761375" cy="76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65"/>
          <p:cNvCxnSpPr>
            <a:stCxn id="1033" idx="3"/>
          </p:cNvCxnSpPr>
          <p:nvPr/>
        </p:nvCxnSpPr>
        <p:spPr>
          <a:xfrm>
            <a:off x="3752525" y="4027575"/>
            <a:ext cx="19878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38" name="Google Shape;1038;p65" title="hosting_871278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21375" y="3665838"/>
            <a:ext cx="761375" cy="7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65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9703" y="3662350"/>
            <a:ext cx="1006366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0" name="Google Shape;1040;p65"/>
          <p:cNvCxnSpPr/>
          <p:nvPr/>
        </p:nvCxnSpPr>
        <p:spPr>
          <a:xfrm flipH="1" rot="10800000">
            <a:off x="1613225" y="4052050"/>
            <a:ext cx="609300" cy="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41" name="Google Shape;1041;p65"/>
          <p:cNvSpPr txBox="1"/>
          <p:nvPr>
            <p:ph type="title"/>
          </p:nvPr>
        </p:nvSpPr>
        <p:spPr>
          <a:xfrm>
            <a:off x="628650" y="5477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Where can you connect ?</a:t>
            </a:r>
            <a:endParaRPr sz="2000"/>
          </a:p>
        </p:txBody>
      </p:sp>
      <p:sp>
        <p:nvSpPr>
          <p:cNvPr id="1042" name="Google Shape;1042;p65"/>
          <p:cNvSpPr txBox="1"/>
          <p:nvPr/>
        </p:nvSpPr>
        <p:spPr>
          <a:xfrm>
            <a:off x="824325" y="648738"/>
            <a:ext cx="13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account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043" name="Google Shape;1043;p65"/>
          <p:cNvGrpSpPr/>
          <p:nvPr/>
        </p:nvGrpSpPr>
        <p:grpSpPr>
          <a:xfrm>
            <a:off x="61474" y="581100"/>
            <a:ext cx="1302451" cy="535475"/>
            <a:chOff x="305599" y="550075"/>
            <a:chExt cx="1302451" cy="535475"/>
          </a:xfrm>
        </p:grpSpPr>
        <p:pic>
          <p:nvPicPr>
            <p:cNvPr id="1044" name="Google Shape;1044;p65"/>
            <p:cNvPicPr preferRelativeResize="0"/>
            <p:nvPr/>
          </p:nvPicPr>
          <p:blipFill rotWithShape="1">
            <a:blip r:embed="rId10">
              <a:alphaModFix/>
            </a:blip>
            <a:srcRect b="23565" l="6918" r="39199" t="29891"/>
            <a:stretch/>
          </p:blipFill>
          <p:spPr>
            <a:xfrm>
              <a:off x="305599" y="550075"/>
              <a:ext cx="1101300" cy="53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65"/>
            <p:cNvSpPr/>
            <p:nvPr/>
          </p:nvSpPr>
          <p:spPr>
            <a:xfrm rot="9701171">
              <a:off x="1283532" y="587118"/>
              <a:ext cx="269237" cy="397027"/>
            </a:xfrm>
            <a:prstGeom prst="triangle">
              <a:avLst>
                <a:gd fmla="val 8747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46" name="Google Shape;1046;p65"/>
          <p:cNvCxnSpPr/>
          <p:nvPr/>
        </p:nvCxnSpPr>
        <p:spPr>
          <a:xfrm flipH="1" rot="10800000">
            <a:off x="439050" y="1116275"/>
            <a:ext cx="12192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66"/>
          <p:cNvSpPr/>
          <p:nvPr/>
        </p:nvSpPr>
        <p:spPr>
          <a:xfrm>
            <a:off x="2288625" y="1636600"/>
            <a:ext cx="1423500" cy="931500"/>
          </a:xfrm>
          <a:prstGeom prst="roundRect">
            <a:avLst>
              <a:gd fmla="val 16667" name="adj"/>
            </a:avLst>
          </a:prstGeom>
          <a:solidFill>
            <a:srgbClr val="123F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6"/>
          <p:cNvSpPr/>
          <p:nvPr/>
        </p:nvSpPr>
        <p:spPr>
          <a:xfrm>
            <a:off x="2657325" y="2550325"/>
            <a:ext cx="686100" cy="52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66"/>
          <p:cNvSpPr/>
          <p:nvPr/>
        </p:nvSpPr>
        <p:spPr>
          <a:xfrm>
            <a:off x="2312125" y="1669700"/>
            <a:ext cx="1379400" cy="87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6"/>
          <p:cNvSpPr/>
          <p:nvPr/>
        </p:nvSpPr>
        <p:spPr>
          <a:xfrm>
            <a:off x="2974275" y="1648150"/>
            <a:ext cx="52200" cy="5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5" name="Google Shape;1055;p66"/>
          <p:cNvCxnSpPr>
            <a:stCxn id="1053" idx="3"/>
          </p:cNvCxnSpPr>
          <p:nvPr/>
        </p:nvCxnSpPr>
        <p:spPr>
          <a:xfrm flipH="1" rot="10800000">
            <a:off x="3691525" y="1967150"/>
            <a:ext cx="1443600" cy="141000"/>
          </a:xfrm>
          <a:prstGeom prst="straightConnector1">
            <a:avLst/>
          </a:prstGeom>
          <a:noFill/>
          <a:ln cap="flat" cmpd="sng" w="28575">
            <a:solidFill>
              <a:srgbClr val="E82E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6" name="Google Shape;1056;p66"/>
          <p:cNvCxnSpPr/>
          <p:nvPr/>
        </p:nvCxnSpPr>
        <p:spPr>
          <a:xfrm>
            <a:off x="3691525" y="2108150"/>
            <a:ext cx="1408500" cy="8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7" name="Google Shape;1057;p66"/>
          <p:cNvCxnSpPr/>
          <p:nvPr/>
        </p:nvCxnSpPr>
        <p:spPr>
          <a:xfrm>
            <a:off x="3691525" y="2108150"/>
            <a:ext cx="143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58" name="Google Shape;1058;p66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5988775" y="167112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66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5957900" y="2323762"/>
            <a:ext cx="940672" cy="4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66"/>
          <p:cNvSpPr txBox="1"/>
          <p:nvPr/>
        </p:nvSpPr>
        <p:spPr>
          <a:xfrm>
            <a:off x="5224675" y="113052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1" name="Google Shape;1061;p66"/>
          <p:cNvSpPr txBox="1"/>
          <p:nvPr/>
        </p:nvSpPr>
        <p:spPr>
          <a:xfrm>
            <a:off x="5224675" y="174080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2" name="Google Shape;1062;p66"/>
          <p:cNvSpPr txBox="1"/>
          <p:nvPr/>
        </p:nvSpPr>
        <p:spPr>
          <a:xfrm>
            <a:off x="5209663" y="2289325"/>
            <a:ext cx="7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63" name="Google Shape;1063;p66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6003787" y="1040375"/>
            <a:ext cx="716119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66"/>
          <p:cNvSpPr txBox="1"/>
          <p:nvPr/>
        </p:nvSpPr>
        <p:spPr>
          <a:xfrm>
            <a:off x="5216971" y="2715625"/>
            <a:ext cx="15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Any VSC instance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65" name="Google Shape;1065;p66"/>
          <p:cNvCxnSpPr/>
          <p:nvPr/>
        </p:nvCxnSpPr>
        <p:spPr>
          <a:xfrm flipH="1" rot="10800000">
            <a:off x="1633375" y="2107100"/>
            <a:ext cx="609300" cy="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66" name="Google Shape;1066;p66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305604" y="1285300"/>
            <a:ext cx="474604" cy="3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66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4448" y="1337625"/>
            <a:ext cx="474600" cy="2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66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259288" y="1773225"/>
            <a:ext cx="609300" cy="272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66"/>
          <p:cNvPicPr preferRelativeResize="0"/>
          <p:nvPr/>
        </p:nvPicPr>
        <p:blipFill rotWithShape="1">
          <a:blip r:embed="rId6">
            <a:alphaModFix/>
          </a:blip>
          <a:srcRect b="23672" l="10429" r="12494" t="24049"/>
          <a:stretch/>
        </p:blipFill>
        <p:spPr>
          <a:xfrm>
            <a:off x="919199" y="1780250"/>
            <a:ext cx="761384" cy="2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66"/>
          <p:cNvPicPr preferRelativeResize="0"/>
          <p:nvPr/>
        </p:nvPicPr>
        <p:blipFill rotWithShape="1">
          <a:blip r:embed="rId7">
            <a:alphaModFix/>
          </a:blip>
          <a:srcRect b="32945" l="0" r="0" t="39251"/>
          <a:stretch/>
        </p:blipFill>
        <p:spPr>
          <a:xfrm>
            <a:off x="927307" y="2177850"/>
            <a:ext cx="928600" cy="2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0900" y="1285300"/>
            <a:ext cx="362850" cy="3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6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3005" y="2177847"/>
            <a:ext cx="541870" cy="2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66"/>
          <p:cNvSpPr txBox="1"/>
          <p:nvPr/>
        </p:nvSpPr>
        <p:spPr>
          <a:xfrm>
            <a:off x="219401" y="2504700"/>
            <a:ext cx="177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Any of their partners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4" name="Google Shape;1074;p66"/>
          <p:cNvSpPr txBox="1"/>
          <p:nvPr/>
        </p:nvSpPr>
        <p:spPr>
          <a:xfrm>
            <a:off x="2450600" y="1925238"/>
            <a:ext cx="11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OnDemand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5" name="Google Shape;1075;p66"/>
          <p:cNvSpPr/>
          <p:nvPr/>
        </p:nvSpPr>
        <p:spPr>
          <a:xfrm>
            <a:off x="6959113" y="912050"/>
            <a:ext cx="149700" cy="2251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6" name="Google Shape;1076;p66"/>
          <p:cNvPicPr preferRelativeResize="0"/>
          <p:nvPr/>
        </p:nvPicPr>
        <p:blipFill rotWithShape="1">
          <a:blip r:embed="rId10">
            <a:alphaModFix/>
          </a:blip>
          <a:srcRect b="23565" l="6918" r="6171" t="29891"/>
          <a:stretch/>
        </p:blipFill>
        <p:spPr>
          <a:xfrm>
            <a:off x="7169375" y="1400500"/>
            <a:ext cx="1816225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7" name="Google Shape;1077;p66"/>
          <p:cNvCxnSpPr>
            <a:stCxn id="1053" idx="3"/>
          </p:cNvCxnSpPr>
          <p:nvPr/>
        </p:nvCxnSpPr>
        <p:spPr>
          <a:xfrm flipH="1" rot="10800000">
            <a:off x="3691525" y="1308650"/>
            <a:ext cx="14145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78" name="Google Shape;1078;p66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28" y="3606775"/>
            <a:ext cx="1006366" cy="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66"/>
          <p:cNvSpPr txBox="1"/>
          <p:nvPr/>
        </p:nvSpPr>
        <p:spPr>
          <a:xfrm>
            <a:off x="530200" y="4121750"/>
            <a:ext cx="100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account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0" name="Google Shape;1080;p66"/>
          <p:cNvSpPr/>
          <p:nvPr/>
        </p:nvSpPr>
        <p:spPr>
          <a:xfrm>
            <a:off x="2349625" y="3556025"/>
            <a:ext cx="1423500" cy="931500"/>
          </a:xfrm>
          <a:prstGeom prst="roundRect">
            <a:avLst>
              <a:gd fmla="val 16667" name="adj"/>
            </a:avLst>
          </a:prstGeom>
          <a:solidFill>
            <a:srgbClr val="123F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6"/>
          <p:cNvSpPr/>
          <p:nvPr/>
        </p:nvSpPr>
        <p:spPr>
          <a:xfrm>
            <a:off x="2718325" y="3860150"/>
            <a:ext cx="686100" cy="52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6"/>
          <p:cNvSpPr/>
          <p:nvPr/>
        </p:nvSpPr>
        <p:spPr>
          <a:xfrm>
            <a:off x="2373125" y="3589125"/>
            <a:ext cx="1379400" cy="87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6"/>
          <p:cNvSpPr/>
          <p:nvPr/>
        </p:nvSpPr>
        <p:spPr>
          <a:xfrm>
            <a:off x="3035275" y="3556025"/>
            <a:ext cx="52200" cy="5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6"/>
          <p:cNvSpPr txBox="1"/>
          <p:nvPr/>
        </p:nvSpPr>
        <p:spPr>
          <a:xfrm>
            <a:off x="2511600" y="3844663"/>
            <a:ext cx="11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OnDemand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85" name="Google Shape;1085;p66" title="hosting_871278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30350" y="2108738"/>
            <a:ext cx="761375" cy="76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6" name="Google Shape;1086;p66"/>
          <p:cNvCxnSpPr>
            <a:stCxn id="1082" idx="3"/>
          </p:cNvCxnSpPr>
          <p:nvPr/>
        </p:nvCxnSpPr>
        <p:spPr>
          <a:xfrm>
            <a:off x="3752525" y="4027575"/>
            <a:ext cx="1987800" cy="5100"/>
          </a:xfrm>
          <a:prstGeom prst="straightConnector1">
            <a:avLst/>
          </a:prstGeom>
          <a:noFill/>
          <a:ln cap="flat" cmpd="sng" w="28575">
            <a:solidFill>
              <a:srgbClr val="E82E4F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87" name="Google Shape;1087;p66" title="hosting_871278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21375" y="3665838"/>
            <a:ext cx="761375" cy="7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66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9703" y="3662350"/>
            <a:ext cx="1006366" cy="54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9" name="Google Shape;1089;p66"/>
          <p:cNvCxnSpPr/>
          <p:nvPr/>
        </p:nvCxnSpPr>
        <p:spPr>
          <a:xfrm flipH="1" rot="10800000">
            <a:off x="1613225" y="4052050"/>
            <a:ext cx="609300" cy="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0" name="Google Shape;1090;p66"/>
          <p:cNvSpPr txBox="1"/>
          <p:nvPr>
            <p:ph type="title"/>
          </p:nvPr>
        </p:nvSpPr>
        <p:spPr>
          <a:xfrm>
            <a:off x="628650" y="5477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Where can you connect ?</a:t>
            </a:r>
            <a:endParaRPr sz="2000"/>
          </a:p>
        </p:txBody>
      </p:sp>
      <p:sp>
        <p:nvSpPr>
          <p:cNvPr id="1091" name="Google Shape;1091;p66"/>
          <p:cNvSpPr txBox="1"/>
          <p:nvPr/>
        </p:nvSpPr>
        <p:spPr>
          <a:xfrm>
            <a:off x="824325" y="648738"/>
            <a:ext cx="13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rPr>
              <a:t>account</a:t>
            </a:r>
            <a:endParaRPr>
              <a:solidFill>
                <a:srgbClr val="123F9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092" name="Google Shape;1092;p66"/>
          <p:cNvGrpSpPr/>
          <p:nvPr/>
        </p:nvGrpSpPr>
        <p:grpSpPr>
          <a:xfrm>
            <a:off x="61474" y="581100"/>
            <a:ext cx="1302451" cy="535475"/>
            <a:chOff x="305599" y="550075"/>
            <a:chExt cx="1302451" cy="535475"/>
          </a:xfrm>
        </p:grpSpPr>
        <p:pic>
          <p:nvPicPr>
            <p:cNvPr id="1093" name="Google Shape;1093;p66"/>
            <p:cNvPicPr preferRelativeResize="0"/>
            <p:nvPr/>
          </p:nvPicPr>
          <p:blipFill rotWithShape="1">
            <a:blip r:embed="rId10">
              <a:alphaModFix/>
            </a:blip>
            <a:srcRect b="23565" l="6918" r="39199" t="29891"/>
            <a:stretch/>
          </p:blipFill>
          <p:spPr>
            <a:xfrm>
              <a:off x="305599" y="550075"/>
              <a:ext cx="1101300" cy="53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66"/>
            <p:cNvSpPr/>
            <p:nvPr/>
          </p:nvSpPr>
          <p:spPr>
            <a:xfrm rot="9701171">
              <a:off x="1283532" y="587118"/>
              <a:ext cx="269237" cy="397027"/>
            </a:xfrm>
            <a:prstGeom prst="triangle">
              <a:avLst>
                <a:gd fmla="val 8747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95" name="Google Shape;1095;p66"/>
          <p:cNvCxnSpPr/>
          <p:nvPr/>
        </p:nvCxnSpPr>
        <p:spPr>
          <a:xfrm flipH="1" rot="10800000">
            <a:off x="439050" y="1116275"/>
            <a:ext cx="12192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67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101" name="Google Shape;1101;p67"/>
          <p:cNvSpPr txBox="1"/>
          <p:nvPr>
            <p:ph idx="1" type="body"/>
          </p:nvPr>
        </p:nvSpPr>
        <p:spPr>
          <a:xfrm>
            <a:off x="628650" y="963216"/>
            <a:ext cx="78867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lang="en" sz="13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68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107" name="Google Shape;1107;p68"/>
          <p:cNvSpPr txBox="1"/>
          <p:nvPr>
            <p:ph idx="1" type="body"/>
          </p:nvPr>
        </p:nvSpPr>
        <p:spPr>
          <a:xfrm>
            <a:off x="628650" y="963223"/>
            <a:ext cx="28269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your institutions</a:t>
            </a:r>
            <a:endParaRPr sz="1500"/>
          </a:p>
        </p:txBody>
      </p:sp>
      <p:grpSp>
        <p:nvGrpSpPr>
          <p:cNvPr id="1108" name="Google Shape;1108;p68"/>
          <p:cNvGrpSpPr/>
          <p:nvPr/>
        </p:nvGrpSpPr>
        <p:grpSpPr>
          <a:xfrm>
            <a:off x="3455575" y="285073"/>
            <a:ext cx="3605024" cy="1705025"/>
            <a:chOff x="228583" y="523462"/>
            <a:chExt cx="4741582" cy="2225300"/>
          </a:xfrm>
        </p:grpSpPr>
        <p:pic>
          <p:nvPicPr>
            <p:cNvPr id="1109" name="Google Shape;1109;p68"/>
            <p:cNvPicPr preferRelativeResize="0"/>
            <p:nvPr/>
          </p:nvPicPr>
          <p:blipFill rotWithShape="1">
            <a:blip r:embed="rId5">
              <a:alphaModFix/>
            </a:blip>
            <a:srcRect b="12712" l="8908" r="25596" t="15345"/>
            <a:stretch/>
          </p:blipFill>
          <p:spPr>
            <a:xfrm>
              <a:off x="228583" y="523462"/>
              <a:ext cx="4741582" cy="22253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10" name="Google Shape;1110;p68"/>
            <p:cNvPicPr preferRelativeResize="0"/>
            <p:nvPr/>
          </p:nvPicPr>
          <p:blipFill rotWithShape="1">
            <a:blip r:embed="rId5">
              <a:alphaModFix/>
            </a:blip>
            <a:srcRect b="29693" l="62899" r="10208" t="45266"/>
            <a:stretch/>
          </p:blipFill>
          <p:spPr>
            <a:xfrm>
              <a:off x="3023275" y="1371150"/>
              <a:ext cx="1946874" cy="7745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11" name="Google Shape;1111;p68"/>
          <p:cNvPicPr preferRelativeResize="0"/>
          <p:nvPr/>
        </p:nvPicPr>
        <p:blipFill rotWithShape="1">
          <a:blip r:embed="rId6">
            <a:alphaModFix/>
          </a:blip>
          <a:srcRect b="0" l="11151" r="0" t="0"/>
          <a:stretch/>
        </p:blipFill>
        <p:spPr>
          <a:xfrm>
            <a:off x="6167000" y="1515300"/>
            <a:ext cx="2545150" cy="33542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2" name="Google Shape;1112;p68"/>
          <p:cNvPicPr preferRelativeResize="0"/>
          <p:nvPr/>
        </p:nvPicPr>
        <p:blipFill rotWithShape="1">
          <a:blip r:embed="rId7">
            <a:alphaModFix/>
          </a:blip>
          <a:srcRect b="0" l="3614" r="0" t="0"/>
          <a:stretch/>
        </p:blipFill>
        <p:spPr>
          <a:xfrm>
            <a:off x="3730400" y="2152650"/>
            <a:ext cx="2288626" cy="22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69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118" name="Google Shape;1118;p69"/>
          <p:cNvSpPr txBox="1"/>
          <p:nvPr>
            <p:ph idx="1" type="body"/>
          </p:nvPr>
        </p:nvSpPr>
        <p:spPr>
          <a:xfrm>
            <a:off x="628650" y="963223"/>
            <a:ext cx="28269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your institutions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Authorize access</a:t>
            </a:r>
            <a:endParaRPr sz="1500"/>
          </a:p>
        </p:txBody>
      </p:sp>
      <p:grpSp>
        <p:nvGrpSpPr>
          <p:cNvPr id="1119" name="Google Shape;1119;p69"/>
          <p:cNvGrpSpPr/>
          <p:nvPr/>
        </p:nvGrpSpPr>
        <p:grpSpPr>
          <a:xfrm>
            <a:off x="3640099" y="429824"/>
            <a:ext cx="4749401" cy="2020050"/>
            <a:chOff x="3182899" y="277424"/>
            <a:chExt cx="4749401" cy="2020050"/>
          </a:xfrm>
        </p:grpSpPr>
        <p:pic>
          <p:nvPicPr>
            <p:cNvPr id="1120" name="Google Shape;1120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82899" y="277424"/>
              <a:ext cx="4749400" cy="202005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21" name="Google Shape;1121;p69"/>
            <p:cNvPicPr preferRelativeResize="0"/>
            <p:nvPr/>
          </p:nvPicPr>
          <p:blipFill rotWithShape="1">
            <a:blip r:embed="rId5">
              <a:alphaModFix/>
            </a:blip>
            <a:srcRect b="82133" l="4568" r="70109" t="14647"/>
            <a:stretch/>
          </p:blipFill>
          <p:spPr>
            <a:xfrm>
              <a:off x="3662350" y="637850"/>
              <a:ext cx="4269950" cy="230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2" name="Google Shape;1122;p69"/>
          <p:cNvGrpSpPr/>
          <p:nvPr/>
        </p:nvGrpSpPr>
        <p:grpSpPr>
          <a:xfrm>
            <a:off x="5782600" y="1819275"/>
            <a:ext cx="2962200" cy="1562100"/>
            <a:chOff x="5134900" y="3430950"/>
            <a:chExt cx="2962200" cy="1562100"/>
          </a:xfrm>
        </p:grpSpPr>
        <p:sp>
          <p:nvSpPr>
            <p:cNvPr id="1123" name="Google Shape;1123;p69"/>
            <p:cNvSpPr/>
            <p:nvPr/>
          </p:nvSpPr>
          <p:spPr>
            <a:xfrm>
              <a:off x="5134900" y="3430950"/>
              <a:ext cx="2962200" cy="1562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4" name="Google Shape;1124;p69"/>
            <p:cNvPicPr preferRelativeResize="0"/>
            <p:nvPr/>
          </p:nvPicPr>
          <p:blipFill rotWithShape="1">
            <a:blip r:embed="rId6">
              <a:alphaModFix/>
            </a:blip>
            <a:srcRect b="21417" l="0" r="22197" t="3984"/>
            <a:stretch/>
          </p:blipFill>
          <p:spPr>
            <a:xfrm>
              <a:off x="5248688" y="3540488"/>
              <a:ext cx="2734625" cy="1343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70"/>
          <p:cNvSpPr txBox="1"/>
          <p:nvPr>
            <p:ph idx="1" type="body"/>
          </p:nvPr>
        </p:nvSpPr>
        <p:spPr>
          <a:xfrm>
            <a:off x="2081050" y="1495725"/>
            <a:ext cx="5843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Connect cmd-line</a:t>
            </a:r>
            <a:endParaRPr/>
          </a:p>
        </p:txBody>
      </p:sp>
      <p:sp>
        <p:nvSpPr>
          <p:cNvPr id="1130" name="Google Shape;1130;p70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1131" name="Google Shape;1131;p70"/>
          <p:cNvCxnSpPr/>
          <p:nvPr/>
        </p:nvCxnSpPr>
        <p:spPr>
          <a:xfrm>
            <a:off x="2018315" y="15946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71"/>
          <p:cNvSpPr/>
          <p:nvPr/>
        </p:nvSpPr>
        <p:spPr>
          <a:xfrm>
            <a:off x="791900" y="3658667"/>
            <a:ext cx="1850400" cy="32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71"/>
          <p:cNvSpPr/>
          <p:nvPr/>
        </p:nvSpPr>
        <p:spPr>
          <a:xfrm>
            <a:off x="791900" y="2167138"/>
            <a:ext cx="8154300" cy="32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71"/>
          <p:cNvSpPr/>
          <p:nvPr/>
        </p:nvSpPr>
        <p:spPr>
          <a:xfrm>
            <a:off x="791900" y="1317237"/>
            <a:ext cx="1850400" cy="32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1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Create an SSH key</a:t>
            </a:r>
            <a:endParaRPr/>
          </a:p>
        </p:txBody>
      </p:sp>
      <p:sp>
        <p:nvSpPr>
          <p:cNvPr id="1140" name="Google Shape;1140;p71"/>
          <p:cNvSpPr txBox="1"/>
          <p:nvPr>
            <p:ph idx="1" type="body"/>
          </p:nvPr>
        </p:nvSpPr>
        <p:spPr>
          <a:xfrm>
            <a:off x="628650" y="964400"/>
            <a:ext cx="8403900" cy="3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" sz="2000"/>
              <a:t>Check existing keys</a:t>
            </a:r>
            <a:br>
              <a:rPr lang="en" sz="2000"/>
            </a:br>
            <a:r>
              <a:rPr lang="en" sz="1700"/>
              <a:t>ls ~/.ssh</a:t>
            </a:r>
            <a:br>
              <a:rPr lang="en" sz="2000"/>
            </a:br>
            <a:endParaRPr sz="1200"/>
          </a:p>
          <a:p>
            <a:pPr indent="-355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" sz="2000"/>
              <a:t>Generate a new key </a:t>
            </a:r>
            <a:r>
              <a:rPr lang="en" sz="2000">
                <a:solidFill>
                  <a:schemeClr val="accent4"/>
                </a:solidFill>
              </a:rPr>
              <a:t>just</a:t>
            </a:r>
            <a:r>
              <a:rPr lang="en" sz="2000"/>
              <a:t> for VSC</a:t>
            </a:r>
            <a:br>
              <a:rPr lang="en" sz="2000"/>
            </a:br>
            <a:r>
              <a:rPr lang="en" sz="1700"/>
              <a:t>ssh-keygen -t ed25519 -C "your_email@example.com"</a:t>
            </a:r>
            <a:r>
              <a:rPr lang="en" sz="1700"/>
              <a:t> -f ~/.ssh/ed25519_</a:t>
            </a:r>
            <a:r>
              <a:rPr lang="en" sz="1700">
                <a:solidFill>
                  <a:schemeClr val="accent4"/>
                </a:solidFill>
              </a:rPr>
              <a:t>vsc</a:t>
            </a:r>
            <a:br>
              <a:rPr lang="en" sz="1700"/>
            </a:br>
            <a:r>
              <a:rPr lang="en" sz="1700"/>
              <a:t>	    										   </a:t>
            </a:r>
            <a:br>
              <a:rPr lang="en" sz="2000"/>
            </a:br>
            <a:r>
              <a:rPr lang="en" sz="2000"/>
              <a:t>												</a:t>
            </a:r>
            <a:r>
              <a:rPr lang="en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P.S.: Choose a strong password</a:t>
            </a:r>
            <a:br>
              <a:rPr lang="en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▪"/>
            </a:pPr>
            <a:r>
              <a:rPr lang="en" sz="2000"/>
              <a:t>Check your new key</a:t>
            </a:r>
            <a:br>
              <a:rPr lang="en" sz="2000"/>
            </a:br>
            <a:r>
              <a:rPr lang="en" sz="1700"/>
              <a:t>ls ~/.ssh</a:t>
            </a:r>
            <a:endParaRPr sz="17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71"/>
          <p:cNvSpPr txBox="1"/>
          <p:nvPr/>
        </p:nvSpPr>
        <p:spPr>
          <a:xfrm>
            <a:off x="752475" y="-345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ssh vsc47776@login.hpc.ugent.be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72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Inform the key to VSC</a:t>
            </a:r>
            <a:endParaRPr/>
          </a:p>
        </p:txBody>
      </p:sp>
      <p:sp>
        <p:nvSpPr>
          <p:cNvPr id="1147" name="Google Shape;1147;p72"/>
          <p:cNvSpPr txBox="1"/>
          <p:nvPr>
            <p:ph idx="1" type="body"/>
          </p:nvPr>
        </p:nvSpPr>
        <p:spPr>
          <a:xfrm>
            <a:off x="628650" y="963216"/>
            <a:ext cx="78867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Access your account</a:t>
            </a:r>
            <a:br>
              <a:rPr lang="en"/>
            </a:br>
            <a:r>
              <a:rPr lang="en" sz="140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https://account.vscentrum.be/django//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48" name="Google Shape;1148;p72"/>
          <p:cNvSpPr txBox="1"/>
          <p:nvPr/>
        </p:nvSpPr>
        <p:spPr>
          <a:xfrm>
            <a:off x="9435800" y="1448850"/>
            <a:ext cx="659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https://account.vscentrum.be/django//</a:t>
            </a:r>
            <a:r>
              <a:rPr lang="en" sz="900"/>
              <a:t> </a:t>
            </a:r>
            <a:endParaRPr sz="900"/>
          </a:p>
        </p:txBody>
      </p:sp>
      <p:sp>
        <p:nvSpPr>
          <p:cNvPr id="1149" name="Google Shape;1149;p72"/>
          <p:cNvSpPr/>
          <p:nvPr/>
        </p:nvSpPr>
        <p:spPr>
          <a:xfrm>
            <a:off x="9435800" y="2087100"/>
            <a:ext cx="1850400" cy="32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0" name="Google Shape;1150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125" y="1771949"/>
            <a:ext cx="7327627" cy="19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72"/>
          <p:cNvPicPr preferRelativeResize="0"/>
          <p:nvPr/>
        </p:nvPicPr>
        <p:blipFill rotWithShape="1">
          <a:blip r:embed="rId6">
            <a:alphaModFix/>
          </a:blip>
          <a:srcRect b="0" l="12455" r="5064" t="0"/>
          <a:stretch/>
        </p:blipFill>
        <p:spPr>
          <a:xfrm>
            <a:off x="529125" y="2861575"/>
            <a:ext cx="7986224" cy="200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72"/>
          <p:cNvSpPr/>
          <p:nvPr/>
        </p:nvSpPr>
        <p:spPr>
          <a:xfrm rot="-1580125">
            <a:off x="1654373" y="2256944"/>
            <a:ext cx="870329" cy="446904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3" name="Google Shape;1153;p72"/>
          <p:cNvCxnSpPr/>
          <p:nvPr/>
        </p:nvCxnSpPr>
        <p:spPr>
          <a:xfrm>
            <a:off x="446925" y="2971625"/>
            <a:ext cx="274500" cy="86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4" name="Google Shape;1154;p72"/>
          <p:cNvCxnSpPr/>
          <p:nvPr/>
        </p:nvCxnSpPr>
        <p:spPr>
          <a:xfrm>
            <a:off x="403325" y="4127650"/>
            <a:ext cx="274500" cy="86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5" name="Google Shape;1155;p72"/>
          <p:cNvCxnSpPr/>
          <p:nvPr/>
        </p:nvCxnSpPr>
        <p:spPr>
          <a:xfrm>
            <a:off x="403325" y="4578100"/>
            <a:ext cx="274500" cy="86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6" name="Google Shape;1156;p72"/>
          <p:cNvSpPr txBox="1"/>
          <p:nvPr/>
        </p:nvSpPr>
        <p:spPr>
          <a:xfrm>
            <a:off x="4174600" y="3986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It can take </a:t>
            </a:r>
            <a:r>
              <a:rPr lang="en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some time</a:t>
            </a:r>
            <a:r>
              <a:rPr lang="en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to be active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73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Authentication for VIB Data Core Compute Cluster</a:t>
            </a:r>
            <a:endParaRPr/>
          </a:p>
        </p:txBody>
      </p:sp>
      <p:sp>
        <p:nvSpPr>
          <p:cNvPr id="1162" name="Google Shape;1162;p73"/>
          <p:cNvSpPr txBox="1"/>
          <p:nvPr>
            <p:ph idx="1" type="body"/>
          </p:nvPr>
        </p:nvSpPr>
        <p:spPr>
          <a:xfrm>
            <a:off x="628650" y="963216"/>
            <a:ext cx="78867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Guide on </a:t>
            </a:r>
            <a:r>
              <a:rPr b="1" lang="en"/>
              <a:t>docs.datacore.vib.be</a:t>
            </a:r>
            <a:r>
              <a:rPr lang="en" sz="1500"/>
              <a:t>/entrypoints/command-line-access/</a:t>
            </a:r>
            <a:endParaRPr sz="1500"/>
          </a:p>
          <a:p>
            <a:pPr indent="-3619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Smallstep CLI leverages VIB SSO for a secure connection</a:t>
            </a:r>
            <a:endParaRPr/>
          </a:p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</a:t>
            </a:r>
            <a:endParaRPr/>
          </a:p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Generates certificate that is valid for 16 hours</a:t>
            </a:r>
            <a:endParaRPr/>
          </a:p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73"/>
          <p:cNvSpPr/>
          <p:nvPr/>
        </p:nvSpPr>
        <p:spPr>
          <a:xfrm>
            <a:off x="9435800" y="2087100"/>
            <a:ext cx="1850400" cy="32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4" name="Google Shape;116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651" y="1778925"/>
            <a:ext cx="1958624" cy="18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74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Access from WSL/LINUX terminal</a:t>
            </a:r>
            <a:endParaRPr/>
          </a:p>
        </p:txBody>
      </p:sp>
      <p:sp>
        <p:nvSpPr>
          <p:cNvPr id="1170" name="Google Shape;1170;p74"/>
          <p:cNvSpPr txBox="1"/>
          <p:nvPr>
            <p:ph idx="1" type="body"/>
          </p:nvPr>
        </p:nvSpPr>
        <p:spPr>
          <a:xfrm>
            <a:off x="628650" y="963216"/>
            <a:ext cx="78867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in</a:t>
            </a:r>
            <a:endParaRPr/>
          </a:p>
          <a:p>
            <a:pPr indent="-3619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VSC</a:t>
            </a:r>
            <a:endParaRPr/>
          </a:p>
          <a:p>
            <a:pPr indent="0" lvl="0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ssh vsc</a:t>
            </a:r>
            <a:r>
              <a:rPr lang="en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00000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@login.</a:t>
            </a:r>
            <a:r>
              <a:rPr lang="en" sz="1800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hpc.</a:t>
            </a:r>
            <a:r>
              <a:rPr lang="en" sz="1800" u="sng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kuleuven</a:t>
            </a:r>
            <a:r>
              <a:rPr lang="en" sz="1800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.be</a:t>
            </a:r>
            <a:endParaRPr sz="1800">
              <a:solidFill>
                <a:srgbClr val="222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ssh </a:t>
            </a:r>
            <a:r>
              <a:rPr lang="en" sz="1800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vsc</a:t>
            </a:r>
            <a:r>
              <a:rPr lang="en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00000</a:t>
            </a:r>
            <a:r>
              <a:rPr lang="en" sz="1800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@login.hpc.ugent.be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VIB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ssh -p 2022 </a:t>
            </a:r>
            <a:r>
              <a:rPr lang="en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firstname.lastname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@compute.vib.be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74"/>
          <p:cNvSpPr txBox="1"/>
          <p:nvPr/>
        </p:nvSpPr>
        <p:spPr>
          <a:xfrm>
            <a:off x="9435800" y="1448850"/>
            <a:ext cx="659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3"/>
              </a:rPr>
              <a:t>https://account.vscentrum.be/django//</a:t>
            </a:r>
            <a:r>
              <a:rPr lang="en" sz="900"/>
              <a:t> </a:t>
            </a:r>
            <a:endParaRPr sz="900"/>
          </a:p>
        </p:txBody>
      </p:sp>
      <p:sp>
        <p:nvSpPr>
          <p:cNvPr id="1172" name="Google Shape;1172;p74"/>
          <p:cNvSpPr/>
          <p:nvPr/>
        </p:nvSpPr>
        <p:spPr>
          <a:xfrm>
            <a:off x="9435800" y="2087100"/>
            <a:ext cx="1850400" cy="32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74"/>
          <p:cNvSpPr txBox="1"/>
          <p:nvPr/>
        </p:nvSpPr>
        <p:spPr>
          <a:xfrm>
            <a:off x="4174600" y="3986200"/>
            <a:ext cx="30000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We will try later</a:t>
            </a:r>
            <a:endParaRPr sz="12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We need to wait the key to be authorized</a:t>
            </a:r>
            <a:endParaRPr sz="12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75"/>
          <p:cNvSpPr txBox="1"/>
          <p:nvPr>
            <p:ph idx="1" type="body"/>
          </p:nvPr>
        </p:nvSpPr>
        <p:spPr>
          <a:xfrm>
            <a:off x="3580326" y="1456525"/>
            <a:ext cx="5843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700"/>
              <a:t>Working &amp; </a:t>
            </a:r>
            <a:br>
              <a:rPr lang="en" sz="2700"/>
            </a:br>
            <a:r>
              <a:rPr lang="en" sz="2700"/>
              <a:t>checking resources</a:t>
            </a:r>
            <a:endParaRPr sz="2700"/>
          </a:p>
        </p:txBody>
      </p:sp>
      <p:sp>
        <p:nvSpPr>
          <p:cNvPr id="1179" name="Google Shape;1179;p75"/>
          <p:cNvSpPr txBox="1"/>
          <p:nvPr>
            <p:ph idx="2" type="body"/>
          </p:nvPr>
        </p:nvSpPr>
        <p:spPr>
          <a:xfrm>
            <a:off x="-117575" y="1586150"/>
            <a:ext cx="3569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500"/>
              <a:t>Ondemand</a:t>
            </a:r>
            <a:endParaRPr sz="4500"/>
          </a:p>
        </p:txBody>
      </p:sp>
      <p:cxnSp>
        <p:nvCxnSpPr>
          <p:cNvPr id="1180" name="Google Shape;1180;p75"/>
          <p:cNvCxnSpPr/>
          <p:nvPr/>
        </p:nvCxnSpPr>
        <p:spPr>
          <a:xfrm>
            <a:off x="3515916" y="13045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5" name="Google Shape;1185;p76"/>
          <p:cNvGrpSpPr/>
          <p:nvPr/>
        </p:nvGrpSpPr>
        <p:grpSpPr>
          <a:xfrm>
            <a:off x="7025659" y="1096493"/>
            <a:ext cx="1847532" cy="4024415"/>
            <a:chOff x="7319972" y="144056"/>
            <a:chExt cx="1695450" cy="3751669"/>
          </a:xfrm>
        </p:grpSpPr>
        <p:pic>
          <p:nvPicPr>
            <p:cNvPr id="1186" name="Google Shape;1186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19972" y="144056"/>
              <a:ext cx="1695450" cy="37516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76"/>
            <p:cNvSpPr/>
            <p:nvPr/>
          </p:nvSpPr>
          <p:spPr>
            <a:xfrm>
              <a:off x="8340050" y="190500"/>
              <a:ext cx="675300" cy="200100"/>
            </a:xfrm>
            <a:prstGeom prst="rect">
              <a:avLst/>
            </a:prstGeom>
            <a:solidFill>
              <a:srgbClr val="1E64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76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189" name="Google Shape;1189;p76"/>
          <p:cNvSpPr txBox="1"/>
          <p:nvPr>
            <p:ph idx="1" type="body"/>
          </p:nvPr>
        </p:nvSpPr>
        <p:spPr>
          <a:xfrm>
            <a:off x="628650" y="963223"/>
            <a:ext cx="28269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your institutions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Authorize access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the APP</a:t>
            </a:r>
            <a:endParaRPr sz="1500"/>
          </a:p>
        </p:txBody>
      </p:sp>
      <p:sp>
        <p:nvSpPr>
          <p:cNvPr id="1190" name="Google Shape;1190;p76"/>
          <p:cNvSpPr/>
          <p:nvPr/>
        </p:nvSpPr>
        <p:spPr>
          <a:xfrm>
            <a:off x="7177100" y="3643325"/>
            <a:ext cx="1371600" cy="219000"/>
          </a:xfrm>
          <a:prstGeom prst="rect">
            <a:avLst/>
          </a:prstGeom>
          <a:noFill/>
          <a:ln cap="flat" cmpd="sng" w="9525">
            <a:solidFill>
              <a:srgbClr val="E8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1" name="Google Shape;1191;p76"/>
          <p:cNvGrpSpPr/>
          <p:nvPr/>
        </p:nvGrpSpPr>
        <p:grpSpPr>
          <a:xfrm>
            <a:off x="5200650" y="1096483"/>
            <a:ext cx="1752600" cy="2765854"/>
            <a:chOff x="5200650" y="867883"/>
            <a:chExt cx="1752600" cy="2765854"/>
          </a:xfrm>
        </p:grpSpPr>
        <p:grpSp>
          <p:nvGrpSpPr>
            <p:cNvPr id="1192" name="Google Shape;1192;p76"/>
            <p:cNvGrpSpPr/>
            <p:nvPr/>
          </p:nvGrpSpPr>
          <p:grpSpPr>
            <a:xfrm>
              <a:off x="5265507" y="867883"/>
              <a:ext cx="1522514" cy="2765854"/>
              <a:chOff x="5448300" y="144050"/>
              <a:chExt cx="1695450" cy="2971800"/>
            </a:xfrm>
          </p:grpSpPr>
          <p:pic>
            <p:nvPicPr>
              <p:cNvPr id="1193" name="Google Shape;1193;p7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448300" y="144050"/>
                <a:ext cx="1695450" cy="2971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4" name="Google Shape;1194;p76"/>
              <p:cNvSpPr/>
              <p:nvPr/>
            </p:nvSpPr>
            <p:spPr>
              <a:xfrm>
                <a:off x="6830350" y="190500"/>
                <a:ext cx="313200" cy="200100"/>
              </a:xfrm>
              <a:prstGeom prst="rect">
                <a:avLst/>
              </a:prstGeom>
              <a:solidFill>
                <a:srgbClr val="147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5" name="Google Shape;1195;p76"/>
            <p:cNvSpPr/>
            <p:nvPr/>
          </p:nvSpPr>
          <p:spPr>
            <a:xfrm>
              <a:off x="5200650" y="3387600"/>
              <a:ext cx="1752600" cy="219000"/>
            </a:xfrm>
            <a:prstGeom prst="rect">
              <a:avLst/>
            </a:prstGeom>
            <a:noFill/>
            <a:ln cap="flat" cmpd="sng" w="9525">
              <a:solidFill>
                <a:srgbClr val="E82E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6" name="Google Shape;1196;p76"/>
          <p:cNvSpPr/>
          <p:nvPr/>
        </p:nvSpPr>
        <p:spPr>
          <a:xfrm>
            <a:off x="5200648" y="2103800"/>
            <a:ext cx="1752600" cy="213600"/>
          </a:xfrm>
          <a:prstGeom prst="rect">
            <a:avLst/>
          </a:prstGeom>
          <a:noFill/>
          <a:ln cap="flat" cmpd="sng" w="9525">
            <a:solidFill>
              <a:srgbClr val="01A2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76"/>
          <p:cNvSpPr/>
          <p:nvPr/>
        </p:nvSpPr>
        <p:spPr>
          <a:xfrm>
            <a:off x="7177100" y="3408725"/>
            <a:ext cx="933300" cy="213600"/>
          </a:xfrm>
          <a:prstGeom prst="rect">
            <a:avLst/>
          </a:prstGeom>
          <a:noFill/>
          <a:ln cap="flat" cmpd="sng" w="9525">
            <a:solidFill>
              <a:srgbClr val="01A2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8" name="Google Shape;1198;p76"/>
          <p:cNvGrpSpPr/>
          <p:nvPr/>
        </p:nvGrpSpPr>
        <p:grpSpPr>
          <a:xfrm>
            <a:off x="3244318" y="1096500"/>
            <a:ext cx="1956325" cy="2630350"/>
            <a:chOff x="3080718" y="1096500"/>
            <a:chExt cx="1956325" cy="2630350"/>
          </a:xfrm>
        </p:grpSpPr>
        <p:pic>
          <p:nvPicPr>
            <p:cNvPr id="1199" name="Google Shape;1199;p7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80718" y="1096500"/>
              <a:ext cx="1956325" cy="263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76"/>
            <p:cNvSpPr/>
            <p:nvPr/>
          </p:nvSpPr>
          <p:spPr>
            <a:xfrm>
              <a:off x="3158886" y="3408716"/>
              <a:ext cx="1442700" cy="213600"/>
            </a:xfrm>
            <a:prstGeom prst="rect">
              <a:avLst/>
            </a:prstGeom>
            <a:noFill/>
            <a:ln cap="flat" cmpd="sng" w="9525">
              <a:solidFill>
                <a:srgbClr val="01A2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1" name="Google Shape;1201;p76"/>
            <p:cNvGrpSpPr/>
            <p:nvPr/>
          </p:nvGrpSpPr>
          <p:grpSpPr>
            <a:xfrm>
              <a:off x="3158866" y="1163196"/>
              <a:ext cx="1878176" cy="2009120"/>
              <a:chOff x="3452978" y="911114"/>
              <a:chExt cx="1524989" cy="1660704"/>
            </a:xfrm>
          </p:grpSpPr>
          <p:sp>
            <p:nvSpPr>
              <p:cNvPr id="1202" name="Google Shape;1202;p76"/>
              <p:cNvSpPr/>
              <p:nvPr/>
            </p:nvSpPr>
            <p:spPr>
              <a:xfrm>
                <a:off x="3452978" y="2368118"/>
                <a:ext cx="1351500" cy="203700"/>
              </a:xfrm>
              <a:prstGeom prst="rect">
                <a:avLst/>
              </a:prstGeom>
              <a:noFill/>
              <a:ln cap="flat" cmpd="sng" w="11000">
                <a:solidFill>
                  <a:srgbClr val="E82E4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5475" lIns="105475" spcFirstLastPara="1" rIns="105475" wrap="square" tIns="1054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15"/>
              </a:p>
            </p:txBody>
          </p:sp>
          <p:sp>
            <p:nvSpPr>
              <p:cNvPr id="1203" name="Google Shape;1203;p76"/>
              <p:cNvSpPr/>
              <p:nvPr/>
            </p:nvSpPr>
            <p:spPr>
              <a:xfrm>
                <a:off x="4696713" y="911114"/>
                <a:ext cx="281254" cy="186233"/>
              </a:xfrm>
              <a:prstGeom prst="rect">
                <a:avLst/>
              </a:prstGeom>
              <a:solidFill>
                <a:srgbClr val="1B2944"/>
              </a:solidFill>
              <a:ln>
                <a:noFill/>
              </a:ln>
            </p:spPr>
            <p:txBody>
              <a:bodyPr anchorCtr="0" anchor="ctr" bIns="105475" lIns="105475" spcFirstLastPara="1" rIns="105475" wrap="square" tIns="1054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15"/>
              </a:p>
            </p:txBody>
          </p: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" name="Google Shape;1208;p77"/>
          <p:cNvGrpSpPr/>
          <p:nvPr/>
        </p:nvGrpSpPr>
        <p:grpSpPr>
          <a:xfrm>
            <a:off x="3522225" y="438150"/>
            <a:ext cx="5383650" cy="4412124"/>
            <a:chOff x="3522225" y="438150"/>
            <a:chExt cx="5383650" cy="4412124"/>
          </a:xfrm>
        </p:grpSpPr>
        <p:pic>
          <p:nvPicPr>
            <p:cNvPr id="1209" name="Google Shape;1209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22225" y="438150"/>
              <a:ext cx="5383650" cy="4412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77"/>
            <p:cNvSpPr/>
            <p:nvPr/>
          </p:nvSpPr>
          <p:spPr>
            <a:xfrm>
              <a:off x="5114925" y="804875"/>
              <a:ext cx="1133400" cy="2049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77"/>
            <p:cNvSpPr/>
            <p:nvPr/>
          </p:nvSpPr>
          <p:spPr>
            <a:xfrm>
              <a:off x="5910250" y="1048975"/>
              <a:ext cx="5571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77"/>
            <p:cNvSpPr/>
            <p:nvPr/>
          </p:nvSpPr>
          <p:spPr>
            <a:xfrm>
              <a:off x="5591150" y="1173975"/>
              <a:ext cx="7287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77"/>
            <p:cNvSpPr/>
            <p:nvPr/>
          </p:nvSpPr>
          <p:spPr>
            <a:xfrm>
              <a:off x="6291225" y="1407350"/>
              <a:ext cx="4143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77"/>
            <p:cNvSpPr/>
            <p:nvPr/>
          </p:nvSpPr>
          <p:spPr>
            <a:xfrm>
              <a:off x="5881700" y="1988350"/>
              <a:ext cx="7287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5" name="Google Shape;1215;p77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216" name="Google Shape;1216;p77"/>
          <p:cNvSpPr txBox="1"/>
          <p:nvPr>
            <p:ph idx="1" type="body"/>
          </p:nvPr>
        </p:nvSpPr>
        <p:spPr>
          <a:xfrm>
            <a:off x="628650" y="963225"/>
            <a:ext cx="2826900" cy="255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your institutions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Authorize access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the APP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Define resources</a:t>
            </a:r>
            <a:endParaRPr sz="1500"/>
          </a:p>
        </p:txBody>
      </p:sp>
      <p:sp>
        <p:nvSpPr>
          <p:cNvPr id="1217" name="Google Shape;1217;p77"/>
          <p:cNvSpPr/>
          <p:nvPr/>
        </p:nvSpPr>
        <p:spPr>
          <a:xfrm>
            <a:off x="8134350" y="23431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77"/>
          <p:cNvSpPr/>
          <p:nvPr/>
        </p:nvSpPr>
        <p:spPr>
          <a:xfrm>
            <a:off x="8134350" y="27876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77"/>
          <p:cNvSpPr/>
          <p:nvPr/>
        </p:nvSpPr>
        <p:spPr>
          <a:xfrm>
            <a:off x="8134350" y="31686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77"/>
          <p:cNvSpPr/>
          <p:nvPr/>
        </p:nvSpPr>
        <p:spPr>
          <a:xfrm>
            <a:off x="8134350" y="36131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5" name="Google Shape;1225;p78"/>
          <p:cNvGrpSpPr/>
          <p:nvPr/>
        </p:nvGrpSpPr>
        <p:grpSpPr>
          <a:xfrm>
            <a:off x="3522225" y="438150"/>
            <a:ext cx="5383650" cy="4412124"/>
            <a:chOff x="3522225" y="438150"/>
            <a:chExt cx="5383650" cy="4412124"/>
          </a:xfrm>
        </p:grpSpPr>
        <p:pic>
          <p:nvPicPr>
            <p:cNvPr id="1226" name="Google Shape;1226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22225" y="438150"/>
              <a:ext cx="5383650" cy="4412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78"/>
            <p:cNvSpPr/>
            <p:nvPr/>
          </p:nvSpPr>
          <p:spPr>
            <a:xfrm>
              <a:off x="5114925" y="804875"/>
              <a:ext cx="1133400" cy="2049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78"/>
            <p:cNvSpPr/>
            <p:nvPr/>
          </p:nvSpPr>
          <p:spPr>
            <a:xfrm>
              <a:off x="5910250" y="1048975"/>
              <a:ext cx="5571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78"/>
            <p:cNvSpPr/>
            <p:nvPr/>
          </p:nvSpPr>
          <p:spPr>
            <a:xfrm>
              <a:off x="5591150" y="1173975"/>
              <a:ext cx="7287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78"/>
            <p:cNvSpPr/>
            <p:nvPr/>
          </p:nvSpPr>
          <p:spPr>
            <a:xfrm>
              <a:off x="6291225" y="1407350"/>
              <a:ext cx="4143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78"/>
            <p:cNvSpPr/>
            <p:nvPr/>
          </p:nvSpPr>
          <p:spPr>
            <a:xfrm>
              <a:off x="5881700" y="1988350"/>
              <a:ext cx="7287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2" name="Google Shape;1232;p78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233" name="Google Shape;1233;p78"/>
          <p:cNvSpPr txBox="1"/>
          <p:nvPr>
            <p:ph idx="1" type="body"/>
          </p:nvPr>
        </p:nvSpPr>
        <p:spPr>
          <a:xfrm>
            <a:off x="628650" y="963223"/>
            <a:ext cx="28269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your institutions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Authorize access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the APP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Define resources</a:t>
            </a:r>
            <a:endParaRPr sz="1500"/>
          </a:p>
        </p:txBody>
      </p:sp>
      <p:sp>
        <p:nvSpPr>
          <p:cNvPr id="1234" name="Google Shape;1234;p78"/>
          <p:cNvSpPr/>
          <p:nvPr/>
        </p:nvSpPr>
        <p:spPr>
          <a:xfrm>
            <a:off x="8134350" y="23431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78"/>
          <p:cNvSpPr/>
          <p:nvPr/>
        </p:nvSpPr>
        <p:spPr>
          <a:xfrm>
            <a:off x="8134350" y="27876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78"/>
          <p:cNvSpPr/>
          <p:nvPr/>
        </p:nvSpPr>
        <p:spPr>
          <a:xfrm>
            <a:off x="8134350" y="31686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78"/>
          <p:cNvSpPr/>
          <p:nvPr/>
        </p:nvSpPr>
        <p:spPr>
          <a:xfrm>
            <a:off x="8134350" y="36131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8" name="Google Shape;1238;p78"/>
          <p:cNvGrpSpPr/>
          <p:nvPr/>
        </p:nvGrpSpPr>
        <p:grpSpPr>
          <a:xfrm>
            <a:off x="3171825" y="3036175"/>
            <a:ext cx="3771900" cy="1888200"/>
            <a:chOff x="9620250" y="2305050"/>
            <a:chExt cx="3771900" cy="1888200"/>
          </a:xfrm>
        </p:grpSpPr>
        <p:sp>
          <p:nvSpPr>
            <p:cNvPr id="1239" name="Google Shape;1239;p78"/>
            <p:cNvSpPr/>
            <p:nvPr/>
          </p:nvSpPr>
          <p:spPr>
            <a:xfrm>
              <a:off x="9620250" y="2305050"/>
              <a:ext cx="3771900" cy="18882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0" name="Google Shape;1240;p78"/>
            <p:cNvGrpSpPr/>
            <p:nvPr/>
          </p:nvGrpSpPr>
          <p:grpSpPr>
            <a:xfrm>
              <a:off x="9715500" y="2395800"/>
              <a:ext cx="3600450" cy="885825"/>
              <a:chOff x="971550" y="3771900"/>
              <a:chExt cx="3600450" cy="885825"/>
            </a:xfrm>
          </p:grpSpPr>
          <p:pic>
            <p:nvPicPr>
              <p:cNvPr id="1241" name="Google Shape;1241;p78"/>
              <p:cNvPicPr preferRelativeResize="0"/>
              <p:nvPr/>
            </p:nvPicPr>
            <p:blipFill rotWithShape="1">
              <a:blip r:embed="rId6">
                <a:alphaModFix/>
              </a:blip>
              <a:srcRect b="24445" l="35166" r="1128" t="58333"/>
              <a:stretch/>
            </p:blipFill>
            <p:spPr>
              <a:xfrm>
                <a:off x="971550" y="3771900"/>
                <a:ext cx="3600450" cy="8858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2" name="Google Shape;1242;p78"/>
              <p:cNvSpPr txBox="1"/>
              <p:nvPr/>
            </p:nvSpPr>
            <p:spPr>
              <a:xfrm>
                <a:off x="1200150" y="4333875"/>
                <a:ext cx="1771800" cy="19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666666"/>
                    </a:solidFill>
                    <a:latin typeface="Nunito"/>
                    <a:ea typeface="Nunito"/>
                    <a:cs typeface="Nunito"/>
                    <a:sym typeface="Nunito"/>
                  </a:rPr>
                  <a:t>zx_accont_project</a:t>
                </a:r>
                <a:endParaRPr sz="1200">
                  <a:solidFill>
                    <a:srgbClr val="666666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pic>
          <p:nvPicPr>
            <p:cNvPr id="1243" name="Google Shape;1243;p78"/>
            <p:cNvPicPr preferRelativeResize="0"/>
            <p:nvPr/>
          </p:nvPicPr>
          <p:blipFill rotWithShape="1">
            <a:blip r:embed="rId7">
              <a:alphaModFix/>
            </a:blip>
            <a:srcRect b="28456" l="6046" r="5825" t="27283"/>
            <a:stretch/>
          </p:blipFill>
          <p:spPr>
            <a:xfrm>
              <a:off x="12434900" y="2479647"/>
              <a:ext cx="709600" cy="317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4" name="Google Shape;1244;p7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777400" y="3287750"/>
              <a:ext cx="3476625" cy="831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5" name="Google Shape;1245;p78"/>
            <p:cNvSpPr txBox="1"/>
            <p:nvPr/>
          </p:nvSpPr>
          <p:spPr>
            <a:xfrm>
              <a:off x="9934575" y="3606825"/>
              <a:ext cx="1771800" cy="19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Nunito"/>
                  <a:ea typeface="Nunito"/>
                  <a:cs typeface="Nunito"/>
                  <a:sym typeface="Nunito"/>
                </a:rPr>
                <a:t>local_training</a:t>
              </a:r>
              <a:endParaRPr sz="12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79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251" name="Google Shape;1251;p79"/>
          <p:cNvSpPr txBox="1"/>
          <p:nvPr>
            <p:ph idx="1" type="body"/>
          </p:nvPr>
        </p:nvSpPr>
        <p:spPr>
          <a:xfrm>
            <a:off x="628650" y="963223"/>
            <a:ext cx="28269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your institutions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Authorize access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the APP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Define resources</a:t>
            </a:r>
            <a:endParaRPr sz="1500"/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82E4F"/>
                </a:solidFill>
              </a:rPr>
              <a:t>Launch → wait …</a:t>
            </a:r>
            <a:endParaRPr sz="1500">
              <a:solidFill>
                <a:srgbClr val="E82E4F"/>
              </a:solidFill>
            </a:endParaRPr>
          </a:p>
        </p:txBody>
      </p:sp>
      <p:grpSp>
        <p:nvGrpSpPr>
          <p:cNvPr id="1252" name="Google Shape;1252;p79"/>
          <p:cNvGrpSpPr/>
          <p:nvPr/>
        </p:nvGrpSpPr>
        <p:grpSpPr>
          <a:xfrm>
            <a:off x="3522225" y="438150"/>
            <a:ext cx="5383650" cy="4412124"/>
            <a:chOff x="3522225" y="438150"/>
            <a:chExt cx="5383650" cy="4412124"/>
          </a:xfrm>
        </p:grpSpPr>
        <p:pic>
          <p:nvPicPr>
            <p:cNvPr id="1253" name="Google Shape;1253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22225" y="438150"/>
              <a:ext cx="5383650" cy="4412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4" name="Google Shape;1254;p79"/>
            <p:cNvSpPr/>
            <p:nvPr/>
          </p:nvSpPr>
          <p:spPr>
            <a:xfrm>
              <a:off x="5114925" y="804875"/>
              <a:ext cx="1133400" cy="2049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79"/>
            <p:cNvSpPr/>
            <p:nvPr/>
          </p:nvSpPr>
          <p:spPr>
            <a:xfrm>
              <a:off x="5910250" y="1048975"/>
              <a:ext cx="5571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79"/>
            <p:cNvSpPr/>
            <p:nvPr/>
          </p:nvSpPr>
          <p:spPr>
            <a:xfrm>
              <a:off x="5591150" y="1173975"/>
              <a:ext cx="7287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79"/>
            <p:cNvSpPr/>
            <p:nvPr/>
          </p:nvSpPr>
          <p:spPr>
            <a:xfrm>
              <a:off x="6291225" y="1407350"/>
              <a:ext cx="4143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79"/>
            <p:cNvSpPr/>
            <p:nvPr/>
          </p:nvSpPr>
          <p:spPr>
            <a:xfrm>
              <a:off x="5881700" y="1988350"/>
              <a:ext cx="7287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9" name="Google Shape;1259;p79"/>
          <p:cNvSpPr/>
          <p:nvPr/>
        </p:nvSpPr>
        <p:spPr>
          <a:xfrm>
            <a:off x="8134350" y="23431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79"/>
          <p:cNvSpPr/>
          <p:nvPr/>
        </p:nvSpPr>
        <p:spPr>
          <a:xfrm>
            <a:off x="8134350" y="27876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79"/>
          <p:cNvSpPr/>
          <p:nvPr/>
        </p:nvSpPr>
        <p:spPr>
          <a:xfrm>
            <a:off x="8134350" y="31686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79"/>
          <p:cNvSpPr/>
          <p:nvPr/>
        </p:nvSpPr>
        <p:spPr>
          <a:xfrm>
            <a:off x="8134350" y="36131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79"/>
          <p:cNvSpPr/>
          <p:nvPr/>
        </p:nvSpPr>
        <p:spPr>
          <a:xfrm>
            <a:off x="3571875" y="285750"/>
            <a:ext cx="5200800" cy="4686300"/>
          </a:xfrm>
          <a:prstGeom prst="rect">
            <a:avLst/>
          </a:prstGeom>
          <a:solidFill>
            <a:srgbClr val="FFFFFF">
              <a:alpha val="588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4" name="Google Shape;1264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3749" y="3287750"/>
            <a:ext cx="4548175" cy="1588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5" name="Google Shape;1265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3750" y="2795725"/>
            <a:ext cx="4548174" cy="33963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80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pic>
        <p:nvPicPr>
          <p:cNvPr id="1271" name="Google Shape;1271;p80" title="key_158495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3790950"/>
            <a:ext cx="2762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80"/>
          <p:cNvPicPr preferRelativeResize="0"/>
          <p:nvPr/>
        </p:nvPicPr>
        <p:blipFill rotWithShape="1">
          <a:blip r:embed="rId4">
            <a:alphaModFix/>
          </a:blip>
          <a:srcRect b="22966" l="17838" r="19772" t="17429"/>
          <a:stretch/>
        </p:blipFill>
        <p:spPr>
          <a:xfrm>
            <a:off x="8138251" y="744175"/>
            <a:ext cx="845573" cy="646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3" name="Google Shape;1273;p80"/>
          <p:cNvGrpSpPr/>
          <p:nvPr/>
        </p:nvGrpSpPr>
        <p:grpSpPr>
          <a:xfrm>
            <a:off x="704850" y="744175"/>
            <a:ext cx="7277099" cy="3323000"/>
            <a:chOff x="704850" y="744175"/>
            <a:chExt cx="7277099" cy="3323000"/>
          </a:xfrm>
        </p:grpSpPr>
        <p:pic>
          <p:nvPicPr>
            <p:cNvPr id="1274" name="Google Shape;1274;p80"/>
            <p:cNvPicPr preferRelativeResize="0"/>
            <p:nvPr/>
          </p:nvPicPr>
          <p:blipFill rotWithShape="1">
            <a:blip r:embed="rId5">
              <a:alphaModFix/>
            </a:blip>
            <a:srcRect b="22197" l="0" r="0" t="0"/>
            <a:stretch/>
          </p:blipFill>
          <p:spPr>
            <a:xfrm>
              <a:off x="704850" y="744175"/>
              <a:ext cx="7277099" cy="332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5" name="Google Shape;1275;p80"/>
            <p:cNvPicPr preferRelativeResize="0"/>
            <p:nvPr/>
          </p:nvPicPr>
          <p:blipFill rotWithShape="1">
            <a:blip r:embed="rId6">
              <a:alphaModFix/>
            </a:blip>
            <a:srcRect b="82133" l="4568" r="70109" t="14647"/>
            <a:stretch/>
          </p:blipFill>
          <p:spPr>
            <a:xfrm>
              <a:off x="1173150" y="1082350"/>
              <a:ext cx="4726000" cy="230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6" name="Google Shape;1276;p80"/>
          <p:cNvSpPr/>
          <p:nvPr/>
        </p:nvSpPr>
        <p:spPr>
          <a:xfrm>
            <a:off x="609600" y="3914775"/>
            <a:ext cx="4543500" cy="209700"/>
          </a:xfrm>
          <a:prstGeom prst="rect">
            <a:avLst/>
          </a:prstGeom>
          <a:noFill/>
          <a:ln cap="flat" cmpd="sng" w="9525">
            <a:solidFill>
              <a:srgbClr val="E8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" name="Google Shape;1281;p81"/>
          <p:cNvGrpSpPr/>
          <p:nvPr/>
        </p:nvGrpSpPr>
        <p:grpSpPr>
          <a:xfrm>
            <a:off x="704850" y="744175"/>
            <a:ext cx="7277099" cy="3675425"/>
            <a:chOff x="704850" y="744175"/>
            <a:chExt cx="7277099" cy="3675425"/>
          </a:xfrm>
        </p:grpSpPr>
        <p:pic>
          <p:nvPicPr>
            <p:cNvPr id="1282" name="Google Shape;1282;p81"/>
            <p:cNvPicPr preferRelativeResize="0"/>
            <p:nvPr/>
          </p:nvPicPr>
          <p:blipFill rotWithShape="1">
            <a:blip r:embed="rId3">
              <a:alphaModFix/>
            </a:blip>
            <a:srcRect b="13941" l="0" r="0" t="0"/>
            <a:stretch/>
          </p:blipFill>
          <p:spPr>
            <a:xfrm>
              <a:off x="704850" y="744175"/>
              <a:ext cx="7277099" cy="3675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3" name="Google Shape;1283;p81"/>
            <p:cNvPicPr preferRelativeResize="0"/>
            <p:nvPr/>
          </p:nvPicPr>
          <p:blipFill rotWithShape="1">
            <a:blip r:embed="rId4">
              <a:alphaModFix/>
            </a:blip>
            <a:srcRect b="82133" l="4568" r="70109" t="14647"/>
            <a:stretch/>
          </p:blipFill>
          <p:spPr>
            <a:xfrm>
              <a:off x="1173150" y="1082350"/>
              <a:ext cx="4726000" cy="230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4" name="Google Shape;1284;p81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285" name="Google Shape;1285;p81"/>
          <p:cNvSpPr/>
          <p:nvPr/>
        </p:nvSpPr>
        <p:spPr>
          <a:xfrm>
            <a:off x="6410325" y="4067175"/>
            <a:ext cx="590700" cy="152400"/>
          </a:xfrm>
          <a:prstGeom prst="rect">
            <a:avLst/>
          </a:prstGeom>
          <a:noFill/>
          <a:ln cap="flat" cmpd="sng" w="9525">
            <a:solidFill>
              <a:srgbClr val="E8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81"/>
          <p:cNvSpPr/>
          <p:nvPr/>
        </p:nvSpPr>
        <p:spPr>
          <a:xfrm>
            <a:off x="3362250" y="4067175"/>
            <a:ext cx="1962300" cy="152400"/>
          </a:xfrm>
          <a:prstGeom prst="rect">
            <a:avLst/>
          </a:prstGeom>
          <a:noFill/>
          <a:ln cap="flat" cmpd="sng" w="9525">
            <a:solidFill>
              <a:srgbClr val="E8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7" name="Google Shape;1287;p81"/>
          <p:cNvPicPr preferRelativeResize="0"/>
          <p:nvPr/>
        </p:nvPicPr>
        <p:blipFill rotWithShape="1">
          <a:blip r:embed="rId5">
            <a:alphaModFix/>
          </a:blip>
          <a:srcRect b="22966" l="17838" r="19772" t="17429"/>
          <a:stretch/>
        </p:blipFill>
        <p:spPr>
          <a:xfrm>
            <a:off x="8138251" y="744175"/>
            <a:ext cx="845573" cy="6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2" name="Google Shape;1292;p82"/>
          <p:cNvGrpSpPr/>
          <p:nvPr/>
        </p:nvGrpSpPr>
        <p:grpSpPr>
          <a:xfrm>
            <a:off x="704850" y="744176"/>
            <a:ext cx="7277099" cy="4270974"/>
            <a:chOff x="704850" y="744176"/>
            <a:chExt cx="7277099" cy="4270974"/>
          </a:xfrm>
        </p:grpSpPr>
        <p:pic>
          <p:nvPicPr>
            <p:cNvPr id="1293" name="Google Shape;1293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4850" y="744176"/>
              <a:ext cx="7277099" cy="4270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4" name="Google Shape;1294;p82"/>
            <p:cNvPicPr preferRelativeResize="0"/>
            <p:nvPr/>
          </p:nvPicPr>
          <p:blipFill rotWithShape="1">
            <a:blip r:embed="rId4">
              <a:alphaModFix/>
            </a:blip>
            <a:srcRect b="82133" l="4568" r="70109" t="14647"/>
            <a:stretch/>
          </p:blipFill>
          <p:spPr>
            <a:xfrm>
              <a:off x="1173150" y="1082350"/>
              <a:ext cx="4726000" cy="230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5" name="Google Shape;1295;p82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296" name="Google Shape;1296;p82"/>
          <p:cNvSpPr/>
          <p:nvPr/>
        </p:nvSpPr>
        <p:spPr>
          <a:xfrm>
            <a:off x="2495550" y="4505325"/>
            <a:ext cx="4467300" cy="152400"/>
          </a:xfrm>
          <a:prstGeom prst="rect">
            <a:avLst/>
          </a:prstGeom>
          <a:noFill/>
          <a:ln cap="flat" cmpd="sng" w="9525">
            <a:solidFill>
              <a:srgbClr val="E8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7" name="Google Shape;1297;p82"/>
          <p:cNvPicPr preferRelativeResize="0"/>
          <p:nvPr/>
        </p:nvPicPr>
        <p:blipFill rotWithShape="1">
          <a:blip r:embed="rId5">
            <a:alphaModFix/>
          </a:blip>
          <a:srcRect b="22966" l="17838" r="19772" t="17429"/>
          <a:stretch/>
        </p:blipFill>
        <p:spPr>
          <a:xfrm>
            <a:off x="8138251" y="744175"/>
            <a:ext cx="845573" cy="6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" name="Google Shape;130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7523" y="1065040"/>
            <a:ext cx="1657050" cy="22279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3" name="Google Shape;1303;p83"/>
          <p:cNvGrpSpPr/>
          <p:nvPr/>
        </p:nvGrpSpPr>
        <p:grpSpPr>
          <a:xfrm>
            <a:off x="7018041" y="232150"/>
            <a:ext cx="1855150" cy="4888758"/>
            <a:chOff x="7018041" y="3550"/>
            <a:chExt cx="1855150" cy="4888758"/>
          </a:xfrm>
        </p:grpSpPr>
        <p:grpSp>
          <p:nvGrpSpPr>
            <p:cNvPr id="1304" name="Google Shape;1304;p83"/>
            <p:cNvGrpSpPr/>
            <p:nvPr/>
          </p:nvGrpSpPr>
          <p:grpSpPr>
            <a:xfrm>
              <a:off x="7025659" y="867893"/>
              <a:ext cx="1847532" cy="4024415"/>
              <a:chOff x="7319972" y="144056"/>
              <a:chExt cx="1695450" cy="3751669"/>
            </a:xfrm>
          </p:grpSpPr>
          <p:pic>
            <p:nvPicPr>
              <p:cNvPr id="1305" name="Google Shape;1305;p8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319972" y="144056"/>
                <a:ext cx="1695450" cy="37516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6" name="Google Shape;1306;p83"/>
              <p:cNvSpPr/>
              <p:nvPr/>
            </p:nvSpPr>
            <p:spPr>
              <a:xfrm>
                <a:off x="8340050" y="190500"/>
                <a:ext cx="675300" cy="200100"/>
              </a:xfrm>
              <a:prstGeom prst="rect">
                <a:avLst/>
              </a:prstGeom>
              <a:solidFill>
                <a:srgbClr val="1E64C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07" name="Google Shape;1307;p8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18041" y="3550"/>
              <a:ext cx="1847550" cy="551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83"/>
            <p:cNvSpPr/>
            <p:nvPr/>
          </p:nvSpPr>
          <p:spPr>
            <a:xfrm>
              <a:off x="7654200" y="36825"/>
              <a:ext cx="1211400" cy="214500"/>
            </a:xfrm>
            <a:prstGeom prst="rect">
              <a:avLst/>
            </a:prstGeom>
            <a:solidFill>
              <a:srgbClr val="1E64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9" name="Google Shape;1309;p83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310" name="Google Shape;1310;p83"/>
          <p:cNvSpPr txBox="1"/>
          <p:nvPr>
            <p:ph idx="1" type="body"/>
          </p:nvPr>
        </p:nvSpPr>
        <p:spPr>
          <a:xfrm>
            <a:off x="628650" y="963223"/>
            <a:ext cx="28269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your institutions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Authorize access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the APP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Define resources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the Shell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Start in $HOME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grpSp>
        <p:nvGrpSpPr>
          <p:cNvPr id="1311" name="Google Shape;1311;p83"/>
          <p:cNvGrpSpPr/>
          <p:nvPr/>
        </p:nvGrpSpPr>
        <p:grpSpPr>
          <a:xfrm>
            <a:off x="5265507" y="243525"/>
            <a:ext cx="1657044" cy="3618812"/>
            <a:chOff x="5265507" y="14925"/>
            <a:chExt cx="1657044" cy="3618812"/>
          </a:xfrm>
        </p:grpSpPr>
        <p:grpSp>
          <p:nvGrpSpPr>
            <p:cNvPr id="1312" name="Google Shape;1312;p83"/>
            <p:cNvGrpSpPr/>
            <p:nvPr/>
          </p:nvGrpSpPr>
          <p:grpSpPr>
            <a:xfrm>
              <a:off x="5265507" y="867883"/>
              <a:ext cx="1522514" cy="2765854"/>
              <a:chOff x="5448300" y="144050"/>
              <a:chExt cx="1695450" cy="2971800"/>
            </a:xfrm>
          </p:grpSpPr>
          <p:pic>
            <p:nvPicPr>
              <p:cNvPr id="1313" name="Google Shape;1313;p83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448300" y="144050"/>
                <a:ext cx="1695450" cy="2971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4" name="Google Shape;1314;p83"/>
              <p:cNvSpPr/>
              <p:nvPr/>
            </p:nvSpPr>
            <p:spPr>
              <a:xfrm>
                <a:off x="6830350" y="190500"/>
                <a:ext cx="313200" cy="200100"/>
              </a:xfrm>
              <a:prstGeom prst="rect">
                <a:avLst/>
              </a:prstGeom>
              <a:solidFill>
                <a:srgbClr val="147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15" name="Google Shape;1315;p8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295708" y="14925"/>
              <a:ext cx="1626843" cy="616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83"/>
            <p:cNvSpPr/>
            <p:nvPr/>
          </p:nvSpPr>
          <p:spPr>
            <a:xfrm>
              <a:off x="5916349" y="63375"/>
              <a:ext cx="1006200" cy="186300"/>
            </a:xfrm>
            <a:prstGeom prst="rect">
              <a:avLst/>
            </a:prstGeom>
            <a:solidFill>
              <a:srgbClr val="147E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7" name="Google Shape;1317;p83"/>
          <p:cNvSpPr/>
          <p:nvPr/>
        </p:nvSpPr>
        <p:spPr>
          <a:xfrm rot="1044222">
            <a:off x="2931353" y="442325"/>
            <a:ext cx="247741" cy="21908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83"/>
          <p:cNvSpPr txBox="1"/>
          <p:nvPr/>
        </p:nvSpPr>
        <p:spPr>
          <a:xfrm>
            <a:off x="3337525" y="757250"/>
            <a:ext cx="553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rPr>
              <a:t>------------------------- Connects in $HOME -------------------------</a:t>
            </a:r>
            <a:endParaRPr sz="800">
              <a:solidFill>
                <a:srgbClr val="E82E4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9" name="Google Shape;1319;p83"/>
          <p:cNvSpPr/>
          <p:nvPr/>
        </p:nvSpPr>
        <p:spPr>
          <a:xfrm>
            <a:off x="4648075" y="1109621"/>
            <a:ext cx="346500" cy="225300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txBody>
          <a:bodyPr anchorCtr="0" anchor="ctr" bIns="105475" lIns="105475" spcFirstLastPara="1" rIns="105475" wrap="square" tIns="105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5"/>
          </a:p>
        </p:txBody>
      </p:sp>
      <p:pic>
        <p:nvPicPr>
          <p:cNvPr id="1320" name="Google Shape;1320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37520" y="430500"/>
            <a:ext cx="1296780" cy="50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p8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82925" y="107048"/>
            <a:ext cx="760141" cy="350177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83"/>
          <p:cNvSpPr/>
          <p:nvPr/>
        </p:nvSpPr>
        <p:spPr>
          <a:xfrm>
            <a:off x="3264200" y="1011450"/>
            <a:ext cx="5783100" cy="4078500"/>
          </a:xfrm>
          <a:prstGeom prst="rect">
            <a:avLst/>
          </a:prstGeom>
          <a:solidFill>
            <a:srgbClr val="FFFFFF">
              <a:alpha val="588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4"/>
          <p:cNvSpPr txBox="1"/>
          <p:nvPr>
            <p:ph type="title"/>
          </p:nvPr>
        </p:nvSpPr>
        <p:spPr>
          <a:xfrm>
            <a:off x="628650" y="54775"/>
            <a:ext cx="2826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</a:t>
            </a:r>
            <a:endParaRPr/>
          </a:p>
        </p:txBody>
      </p:sp>
      <p:sp>
        <p:nvSpPr>
          <p:cNvPr id="1328" name="Google Shape;1328;p84"/>
          <p:cNvSpPr txBox="1"/>
          <p:nvPr>
            <p:ph idx="1" type="body"/>
          </p:nvPr>
        </p:nvSpPr>
        <p:spPr>
          <a:xfrm>
            <a:off x="628650" y="963225"/>
            <a:ext cx="36195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Chose one or both:</a:t>
            </a:r>
            <a:endParaRPr sz="1800"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VIB </a:t>
            </a:r>
            <a:endParaRPr sz="1300"/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UGent Tier-2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Steps to follow:</a:t>
            </a:r>
            <a:endParaRPr sz="18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your institutions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Authorize access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the APP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Char char="▪"/>
            </a:pPr>
            <a:r>
              <a:rPr lang="en" sz="1500"/>
              <a:t>Define resources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Choose the Shell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Char char="▪"/>
            </a:pPr>
            <a:r>
              <a:rPr lang="en" sz="1500">
                <a:solidFill>
                  <a:srgbClr val="E82E4F"/>
                </a:solidFill>
              </a:rPr>
              <a:t>Start in $HOME</a:t>
            </a:r>
            <a:endParaRPr sz="1500">
              <a:solidFill>
                <a:srgbClr val="E82E4F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Char char="▪"/>
            </a:pPr>
            <a:r>
              <a:rPr lang="en" sz="1500"/>
              <a:t>Move to cluster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en" sz="1500"/>
              <a:t>Module swap &lt;cluster&gt;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grpSp>
        <p:nvGrpSpPr>
          <p:cNvPr id="1329" name="Google Shape;1329;p84"/>
          <p:cNvGrpSpPr/>
          <p:nvPr/>
        </p:nvGrpSpPr>
        <p:grpSpPr>
          <a:xfrm>
            <a:off x="4416556" y="0"/>
            <a:ext cx="4727438" cy="5143500"/>
            <a:chOff x="4416556" y="0"/>
            <a:chExt cx="4727438" cy="5143500"/>
          </a:xfrm>
        </p:grpSpPr>
        <p:pic>
          <p:nvPicPr>
            <p:cNvPr id="1330" name="Google Shape;1330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16556" y="0"/>
              <a:ext cx="4727438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1" name="Google Shape;1331;p84"/>
            <p:cNvPicPr preferRelativeResize="0"/>
            <p:nvPr/>
          </p:nvPicPr>
          <p:blipFill rotWithShape="1">
            <a:blip r:embed="rId6">
              <a:alphaModFix/>
            </a:blip>
            <a:srcRect b="82133" l="4568" r="70109" t="14647"/>
            <a:stretch/>
          </p:blipFill>
          <p:spPr>
            <a:xfrm>
              <a:off x="4760900" y="272725"/>
              <a:ext cx="4287850" cy="159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85"/>
          <p:cNvSpPr txBox="1"/>
          <p:nvPr>
            <p:ph idx="1" type="body"/>
          </p:nvPr>
        </p:nvSpPr>
        <p:spPr>
          <a:xfrm>
            <a:off x="2081050" y="1495725"/>
            <a:ext cx="5843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Tools available</a:t>
            </a:r>
            <a:endParaRPr/>
          </a:p>
        </p:txBody>
      </p:sp>
      <p:sp>
        <p:nvSpPr>
          <p:cNvPr id="1337" name="Google Shape;1337;p85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1338" name="Google Shape;1338;p85"/>
          <p:cNvCxnSpPr/>
          <p:nvPr/>
        </p:nvCxnSpPr>
        <p:spPr>
          <a:xfrm>
            <a:off x="2018315" y="15946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6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Terminal Tools</a:t>
            </a:r>
            <a:endParaRPr/>
          </a:p>
        </p:txBody>
      </p:sp>
      <p:sp>
        <p:nvSpPr>
          <p:cNvPr id="1344" name="Google Shape;1344;p86"/>
          <p:cNvSpPr/>
          <p:nvPr/>
        </p:nvSpPr>
        <p:spPr>
          <a:xfrm>
            <a:off x="752475" y="1438275"/>
            <a:ext cx="2085900" cy="695400"/>
          </a:xfrm>
          <a:prstGeom prst="roundRect">
            <a:avLst>
              <a:gd fmla="val 9092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86"/>
          <p:cNvSpPr txBox="1"/>
          <p:nvPr>
            <p:ph idx="1" type="body"/>
          </p:nvPr>
        </p:nvSpPr>
        <p:spPr>
          <a:xfrm>
            <a:off x="628650" y="963225"/>
            <a:ext cx="2781300" cy="170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Search for tools:</a:t>
            </a:r>
            <a:endParaRPr sz="18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avail &lt;name&gt;</a:t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av &lt;name&gt;</a:t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spider &lt;name&gt;</a:t>
            </a:r>
            <a:endParaRPr sz="2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D = default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E = extension</a:t>
            </a:r>
            <a:endParaRPr sz="1500"/>
          </a:p>
        </p:txBody>
      </p:sp>
      <p:pic>
        <p:nvPicPr>
          <p:cNvPr id="1346" name="Google Shape;134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2714621"/>
            <a:ext cx="7886700" cy="2315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87"/>
          <p:cNvSpPr/>
          <p:nvPr/>
        </p:nvSpPr>
        <p:spPr>
          <a:xfrm>
            <a:off x="4143375" y="1438275"/>
            <a:ext cx="2085900" cy="280800"/>
          </a:xfrm>
          <a:prstGeom prst="roundRect">
            <a:avLst>
              <a:gd fmla="val 9092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87"/>
          <p:cNvSpPr/>
          <p:nvPr/>
        </p:nvSpPr>
        <p:spPr>
          <a:xfrm>
            <a:off x="752475" y="1438275"/>
            <a:ext cx="2085900" cy="695400"/>
          </a:xfrm>
          <a:prstGeom prst="roundRect">
            <a:avLst>
              <a:gd fmla="val 9092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87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Terminal Tools</a:t>
            </a:r>
            <a:endParaRPr/>
          </a:p>
        </p:txBody>
      </p:sp>
      <p:sp>
        <p:nvSpPr>
          <p:cNvPr id="1354" name="Google Shape;1354;p87"/>
          <p:cNvSpPr txBox="1"/>
          <p:nvPr>
            <p:ph idx="1" type="body"/>
          </p:nvPr>
        </p:nvSpPr>
        <p:spPr>
          <a:xfrm>
            <a:off x="628650" y="963225"/>
            <a:ext cx="2781300" cy="170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Search for tools:</a:t>
            </a:r>
            <a:endParaRPr sz="18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avail &lt;name&gt;</a:t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av &lt;name&gt;</a:t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</a:t>
            </a:r>
            <a:r>
              <a:rPr lang="en" sz="1300"/>
              <a:t>module spider &lt;name&gt;</a:t>
            </a:r>
            <a:endParaRPr sz="2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D = default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E = extension</a:t>
            </a:r>
            <a:endParaRPr sz="1500"/>
          </a:p>
        </p:txBody>
      </p:sp>
      <p:pic>
        <p:nvPicPr>
          <p:cNvPr id="1355" name="Google Shape;135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2714621"/>
            <a:ext cx="7886700" cy="23151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87"/>
          <p:cNvSpPr txBox="1"/>
          <p:nvPr>
            <p:ph idx="1" type="body"/>
          </p:nvPr>
        </p:nvSpPr>
        <p:spPr>
          <a:xfrm>
            <a:off x="4038600" y="963225"/>
            <a:ext cx="2781300" cy="170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Load and use</a:t>
            </a:r>
            <a:endParaRPr sz="18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load &lt;name&gt;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57" name="Google Shape;1357;p87"/>
          <p:cNvPicPr preferRelativeResize="0"/>
          <p:nvPr/>
        </p:nvPicPr>
        <p:blipFill rotWithShape="1">
          <a:blip r:embed="rId4">
            <a:alphaModFix/>
          </a:blip>
          <a:srcRect b="22607" l="0" r="0" t="0"/>
          <a:stretch/>
        </p:blipFill>
        <p:spPr>
          <a:xfrm>
            <a:off x="4210050" y="2357447"/>
            <a:ext cx="4610100" cy="538150"/>
          </a:xfrm>
          <a:prstGeom prst="rect">
            <a:avLst/>
          </a:prstGeom>
          <a:noFill/>
          <a:ln cap="flat" cmpd="sng" w="28575">
            <a:solidFill>
              <a:srgbClr val="E82E4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88"/>
          <p:cNvSpPr/>
          <p:nvPr/>
        </p:nvSpPr>
        <p:spPr>
          <a:xfrm>
            <a:off x="4143375" y="1438275"/>
            <a:ext cx="2085900" cy="476400"/>
          </a:xfrm>
          <a:prstGeom prst="roundRect">
            <a:avLst>
              <a:gd fmla="val 9092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88"/>
          <p:cNvSpPr/>
          <p:nvPr/>
        </p:nvSpPr>
        <p:spPr>
          <a:xfrm>
            <a:off x="752475" y="1438275"/>
            <a:ext cx="2085900" cy="280800"/>
          </a:xfrm>
          <a:prstGeom prst="roundRect">
            <a:avLst>
              <a:gd fmla="val 9092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88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Terminal Tools</a:t>
            </a:r>
            <a:endParaRPr/>
          </a:p>
        </p:txBody>
      </p:sp>
      <p:sp>
        <p:nvSpPr>
          <p:cNvPr id="1365" name="Google Shape;1365;p88"/>
          <p:cNvSpPr txBox="1"/>
          <p:nvPr>
            <p:ph idx="1" type="body"/>
          </p:nvPr>
        </p:nvSpPr>
        <p:spPr>
          <a:xfrm>
            <a:off x="628650" y="963225"/>
            <a:ext cx="3867300" cy="217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Check loaded modules</a:t>
            </a:r>
            <a:r>
              <a:rPr lang="en" sz="1800"/>
              <a:t>:</a:t>
            </a:r>
            <a:endParaRPr sz="18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list &lt;name&gt;</a:t>
            </a:r>
            <a:endParaRPr sz="2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Modules will be available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in the node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during time requested</a:t>
            </a:r>
            <a:endParaRPr sz="1500"/>
          </a:p>
        </p:txBody>
      </p:sp>
      <p:sp>
        <p:nvSpPr>
          <p:cNvPr id="1366" name="Google Shape;1366;p88"/>
          <p:cNvSpPr txBox="1"/>
          <p:nvPr>
            <p:ph idx="1" type="body"/>
          </p:nvPr>
        </p:nvSpPr>
        <p:spPr>
          <a:xfrm>
            <a:off x="4038600" y="963225"/>
            <a:ext cx="2781300" cy="170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Unload modules</a:t>
            </a:r>
            <a:endParaRPr sz="18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unload &lt;name&gt;</a:t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purge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67" name="Google Shape;1367;p88" title="45427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9900" y="2857425"/>
            <a:ext cx="2171775" cy="21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89"/>
          <p:cNvSpPr/>
          <p:nvPr/>
        </p:nvSpPr>
        <p:spPr>
          <a:xfrm>
            <a:off x="4143375" y="1438275"/>
            <a:ext cx="2085900" cy="476400"/>
          </a:xfrm>
          <a:prstGeom prst="roundRect">
            <a:avLst>
              <a:gd fmla="val 9092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89"/>
          <p:cNvSpPr/>
          <p:nvPr/>
        </p:nvSpPr>
        <p:spPr>
          <a:xfrm>
            <a:off x="752475" y="1438275"/>
            <a:ext cx="2085900" cy="280800"/>
          </a:xfrm>
          <a:prstGeom prst="roundRect">
            <a:avLst>
              <a:gd fmla="val 9092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89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Terminal Tools</a:t>
            </a:r>
            <a:endParaRPr/>
          </a:p>
        </p:txBody>
      </p:sp>
      <p:sp>
        <p:nvSpPr>
          <p:cNvPr id="1375" name="Google Shape;1375;p89"/>
          <p:cNvSpPr txBox="1"/>
          <p:nvPr>
            <p:ph idx="1" type="body"/>
          </p:nvPr>
        </p:nvSpPr>
        <p:spPr>
          <a:xfrm>
            <a:off x="628650" y="963225"/>
            <a:ext cx="3867300" cy="217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Check loaded modules:</a:t>
            </a:r>
            <a:endParaRPr sz="18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list &lt;name&gt;</a:t>
            </a:r>
            <a:endParaRPr sz="2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Modules will be available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in the node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during time requested</a:t>
            </a:r>
            <a:endParaRPr sz="1500"/>
          </a:p>
        </p:txBody>
      </p:sp>
      <p:sp>
        <p:nvSpPr>
          <p:cNvPr id="1376" name="Google Shape;1376;p89"/>
          <p:cNvSpPr txBox="1"/>
          <p:nvPr>
            <p:ph idx="1" type="body"/>
          </p:nvPr>
        </p:nvSpPr>
        <p:spPr>
          <a:xfrm>
            <a:off x="4038600" y="963225"/>
            <a:ext cx="2781300" cy="170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Unload modules</a:t>
            </a:r>
            <a:endParaRPr sz="18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unload &lt;name&gt;</a:t>
            </a:r>
            <a:endParaRPr sz="13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$ module purge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77" name="Google Shape;1377;p89" title="45427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9900" y="2857425"/>
            <a:ext cx="2171775" cy="21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89"/>
          <p:cNvSpPr txBox="1"/>
          <p:nvPr>
            <p:ph type="title"/>
          </p:nvPr>
        </p:nvSpPr>
        <p:spPr>
          <a:xfrm>
            <a:off x="504825" y="3283750"/>
            <a:ext cx="618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>
                <a:solidFill>
                  <a:srgbClr val="E82E4F"/>
                </a:solidFill>
              </a:rPr>
              <a:t>Some resources are promptly available</a:t>
            </a:r>
            <a:endParaRPr>
              <a:solidFill>
                <a:srgbClr val="E82E4F"/>
              </a:solidFill>
            </a:endParaRPr>
          </a:p>
        </p:txBody>
      </p:sp>
      <p:sp>
        <p:nvSpPr>
          <p:cNvPr id="1379" name="Google Shape;1379;p89"/>
          <p:cNvSpPr txBox="1"/>
          <p:nvPr/>
        </p:nvSpPr>
        <p:spPr>
          <a:xfrm>
            <a:off x="566925" y="3982275"/>
            <a:ext cx="492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If you want to do a request, check if a module exists to facilitate: </a:t>
            </a:r>
            <a:r>
              <a:rPr lang="en" sz="12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https://docs.easybuild.io/api/easybuild/tools/modules/</a:t>
            </a:r>
            <a:r>
              <a:rPr lang="en" sz="1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90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Terminal Tools</a:t>
            </a:r>
            <a:endParaRPr/>
          </a:p>
        </p:txBody>
      </p:sp>
      <p:sp>
        <p:nvSpPr>
          <p:cNvPr id="1385" name="Google Shape;1385;p90"/>
          <p:cNvSpPr txBox="1"/>
          <p:nvPr>
            <p:ph idx="1" type="body"/>
          </p:nvPr>
        </p:nvSpPr>
        <p:spPr>
          <a:xfrm>
            <a:off x="628650" y="963225"/>
            <a:ext cx="3867300" cy="217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Automatically available:</a:t>
            </a:r>
            <a:endParaRPr sz="18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Example: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python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singularity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apptainer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perls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sqlite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git</a:t>
            </a:r>
            <a:endParaRPr sz="1500"/>
          </a:p>
        </p:txBody>
      </p:sp>
      <p:pic>
        <p:nvPicPr>
          <p:cNvPr id="1386" name="Google Shape;1386;p90" title="45427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9900" y="2857425"/>
            <a:ext cx="2171775" cy="21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91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Terminal Tools</a:t>
            </a:r>
            <a:endParaRPr/>
          </a:p>
        </p:txBody>
      </p:sp>
      <p:sp>
        <p:nvSpPr>
          <p:cNvPr id="1392" name="Google Shape;1392;p91"/>
          <p:cNvSpPr txBox="1"/>
          <p:nvPr>
            <p:ph idx="1" type="body"/>
          </p:nvPr>
        </p:nvSpPr>
        <p:spPr>
          <a:xfrm>
            <a:off x="628650" y="963225"/>
            <a:ext cx="3867300" cy="217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VIB Data Core Compute Cluster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Module lister</a:t>
            </a:r>
            <a:endParaRPr sz="1800"/>
          </a:p>
        </p:txBody>
      </p:sp>
      <p:pic>
        <p:nvPicPr>
          <p:cNvPr id="1393" name="Google Shape;1393;p91" title="45427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9900" y="2857425"/>
            <a:ext cx="2171775" cy="21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925" y="1692826"/>
            <a:ext cx="5492999" cy="328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92"/>
          <p:cNvSpPr txBox="1"/>
          <p:nvPr>
            <p:ph idx="1" type="body"/>
          </p:nvPr>
        </p:nvSpPr>
        <p:spPr>
          <a:xfrm>
            <a:off x="2081050" y="1495725"/>
            <a:ext cx="5843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Submitting Jobs</a:t>
            </a:r>
            <a:endParaRPr/>
          </a:p>
        </p:txBody>
      </p:sp>
      <p:sp>
        <p:nvSpPr>
          <p:cNvPr id="1400" name="Google Shape;1400;p92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1401" name="Google Shape;1401;p92"/>
          <p:cNvCxnSpPr/>
          <p:nvPr/>
        </p:nvCxnSpPr>
        <p:spPr>
          <a:xfrm>
            <a:off x="2018315" y="15946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2" name="Google Shape;1402;p92"/>
          <p:cNvSpPr txBox="1"/>
          <p:nvPr>
            <p:ph idx="2" type="body"/>
          </p:nvPr>
        </p:nvSpPr>
        <p:spPr>
          <a:xfrm>
            <a:off x="2152650" y="3150175"/>
            <a:ext cx="2081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500"/>
              <a:t>Shell approach</a:t>
            </a:r>
            <a:endParaRPr sz="1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3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managers</a:t>
            </a:r>
            <a:endParaRPr/>
          </a:p>
        </p:txBody>
      </p:sp>
      <p:sp>
        <p:nvSpPr>
          <p:cNvPr id="1408" name="Google Shape;1408;p93"/>
          <p:cNvSpPr txBox="1"/>
          <p:nvPr/>
        </p:nvSpPr>
        <p:spPr>
          <a:xfrm>
            <a:off x="-3162300" y="-3810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PD (</a:t>
            </a:r>
            <a:r>
              <a:rPr lang="en" sz="1200">
                <a:solidFill>
                  <a:srgbClr val="040C28"/>
                </a:solidFill>
                <a:highlight>
                  <a:srgbClr val="D3E3FD"/>
                </a:highlight>
              </a:rPr>
              <a:t>PENDING</a:t>
            </a: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), R (RUNNING), S (SUSPENDED), CG (COMPLETING), and CD (COMPLETED).</a:t>
            </a:r>
            <a:endParaRPr/>
          </a:p>
        </p:txBody>
      </p:sp>
      <p:sp>
        <p:nvSpPr>
          <p:cNvPr id="1409" name="Google Shape;1409;p93"/>
          <p:cNvSpPr txBox="1"/>
          <p:nvPr>
            <p:ph idx="1" type="body"/>
          </p:nvPr>
        </p:nvSpPr>
        <p:spPr>
          <a:xfrm>
            <a:off x="628650" y="963224"/>
            <a:ext cx="2826900" cy="219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 vs Torque</a:t>
            </a:r>
            <a:endParaRPr sz="18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#SBATCH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>
                <a:solidFill>
                  <a:schemeClr val="dk2"/>
                </a:solidFill>
              </a:rPr>
              <a:t>#PBS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Steps to follow: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>
                <a:solidFill>
                  <a:schemeClr val="dk2"/>
                </a:solidFill>
              </a:rPr>
              <a:t>Arguments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D</a:t>
            </a:r>
            <a:r>
              <a:rPr lang="en" sz="1500">
                <a:solidFill>
                  <a:schemeClr val="dk2"/>
                </a:solidFill>
              </a:rPr>
              <a:t>ifferent names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Same functionality</a:t>
            </a:r>
            <a:endParaRPr sz="15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94"/>
          <p:cNvSpPr/>
          <p:nvPr/>
        </p:nvSpPr>
        <p:spPr>
          <a:xfrm>
            <a:off x="1152525" y="1777850"/>
            <a:ext cx="3390900" cy="1390800"/>
          </a:xfrm>
          <a:prstGeom prst="roundRect">
            <a:avLst>
              <a:gd fmla="val 684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94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managers</a:t>
            </a:r>
            <a:endParaRPr/>
          </a:p>
        </p:txBody>
      </p:sp>
      <p:sp>
        <p:nvSpPr>
          <p:cNvPr id="1416" name="Google Shape;1416;p94"/>
          <p:cNvSpPr txBox="1"/>
          <p:nvPr>
            <p:ph idx="1" type="body"/>
          </p:nvPr>
        </p:nvSpPr>
        <p:spPr>
          <a:xfrm>
            <a:off x="400050" y="963225"/>
            <a:ext cx="3943500" cy="40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▪"/>
            </a:pPr>
            <a:r>
              <a:rPr lang="en" sz="1800">
                <a:solidFill>
                  <a:schemeClr val="dk2"/>
                </a:solidFill>
              </a:rPr>
              <a:t>Define resources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D631C"/>
              </a:buClr>
              <a:buSzPts val="1800"/>
              <a:buChar char="▪"/>
            </a:pPr>
            <a:r>
              <a:rPr lang="en" sz="1800">
                <a:solidFill>
                  <a:schemeClr val="dk2"/>
                </a:solidFill>
              </a:rPr>
              <a:t>same-same, not the same 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--partition = &lt;cluster_name&gt;</a:t>
            </a:r>
            <a:endParaRPr sz="15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--mem = &lt;number&gt;</a:t>
            </a:r>
            <a:endParaRPr sz="15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--time = hh:mm:ss</a:t>
            </a:r>
            <a:endParaRPr sz="15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--ntasks = &lt;number_cores&gt;</a:t>
            </a:r>
            <a:br>
              <a:rPr lang="en" sz="1500">
                <a:solidFill>
                  <a:schemeClr val="dk2"/>
                </a:solidFill>
              </a:rPr>
            </a:br>
            <a:br>
              <a:rPr lang="en" sz="1500">
                <a:solidFill>
                  <a:schemeClr val="dk2"/>
                </a:solidFill>
              </a:rPr>
            </a:br>
            <a:endParaRPr sz="15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▪"/>
            </a:pPr>
            <a:r>
              <a:rPr lang="en" sz="1800"/>
              <a:t>Scripting = Reproducibility</a:t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grpSp>
        <p:nvGrpSpPr>
          <p:cNvPr id="1417" name="Google Shape;1417;p94"/>
          <p:cNvGrpSpPr/>
          <p:nvPr/>
        </p:nvGrpSpPr>
        <p:grpSpPr>
          <a:xfrm>
            <a:off x="5057775" y="752475"/>
            <a:ext cx="3848100" cy="4097799"/>
            <a:chOff x="5057775" y="752475"/>
            <a:chExt cx="3848100" cy="4097799"/>
          </a:xfrm>
        </p:grpSpPr>
        <p:pic>
          <p:nvPicPr>
            <p:cNvPr id="1418" name="Google Shape;1418;p94"/>
            <p:cNvPicPr preferRelativeResize="0"/>
            <p:nvPr/>
          </p:nvPicPr>
          <p:blipFill rotWithShape="1">
            <a:blip r:embed="rId3">
              <a:alphaModFix/>
            </a:blip>
            <a:srcRect b="0" l="28520" r="0" t="7132"/>
            <a:stretch/>
          </p:blipFill>
          <p:spPr>
            <a:xfrm>
              <a:off x="5057775" y="752475"/>
              <a:ext cx="3848100" cy="4097799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419" name="Google Shape;1419;p94"/>
            <p:cNvSpPr/>
            <p:nvPr/>
          </p:nvSpPr>
          <p:spPr>
            <a:xfrm>
              <a:off x="5114925" y="804875"/>
              <a:ext cx="1133400" cy="2049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94"/>
            <p:cNvSpPr/>
            <p:nvPr/>
          </p:nvSpPr>
          <p:spPr>
            <a:xfrm>
              <a:off x="5910250" y="1048975"/>
              <a:ext cx="5571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94"/>
            <p:cNvSpPr/>
            <p:nvPr/>
          </p:nvSpPr>
          <p:spPr>
            <a:xfrm>
              <a:off x="5591150" y="1173975"/>
              <a:ext cx="7287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94"/>
            <p:cNvSpPr/>
            <p:nvPr/>
          </p:nvSpPr>
          <p:spPr>
            <a:xfrm>
              <a:off x="6291225" y="1407350"/>
              <a:ext cx="4143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94"/>
            <p:cNvSpPr/>
            <p:nvPr/>
          </p:nvSpPr>
          <p:spPr>
            <a:xfrm>
              <a:off x="5881700" y="1988350"/>
              <a:ext cx="728700" cy="85800"/>
            </a:xfrm>
            <a:prstGeom prst="rect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4" name="Google Shape;1424;p94"/>
          <p:cNvSpPr/>
          <p:nvPr/>
        </p:nvSpPr>
        <p:spPr>
          <a:xfrm>
            <a:off x="8134350" y="23431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94"/>
          <p:cNvSpPr/>
          <p:nvPr/>
        </p:nvSpPr>
        <p:spPr>
          <a:xfrm>
            <a:off x="8134350" y="27876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94"/>
          <p:cNvSpPr/>
          <p:nvPr/>
        </p:nvSpPr>
        <p:spPr>
          <a:xfrm>
            <a:off x="8134350" y="31686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94"/>
          <p:cNvSpPr/>
          <p:nvPr/>
        </p:nvSpPr>
        <p:spPr>
          <a:xfrm>
            <a:off x="8134350" y="3613150"/>
            <a:ext cx="200100" cy="1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2E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8" name="Google Shape;1428;p94"/>
          <p:cNvCxnSpPr/>
          <p:nvPr/>
        </p:nvCxnSpPr>
        <p:spPr>
          <a:xfrm flipH="1">
            <a:off x="4381550" y="2000250"/>
            <a:ext cx="670500" cy="514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ED631C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95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managers</a:t>
            </a:r>
            <a:endParaRPr/>
          </a:p>
        </p:txBody>
      </p:sp>
      <p:sp>
        <p:nvSpPr>
          <p:cNvPr id="1434" name="Google Shape;1434;p95"/>
          <p:cNvSpPr txBox="1"/>
          <p:nvPr/>
        </p:nvSpPr>
        <p:spPr>
          <a:xfrm>
            <a:off x="-3162300" y="-3810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PD (</a:t>
            </a:r>
            <a:r>
              <a:rPr lang="en" sz="1200">
                <a:solidFill>
                  <a:srgbClr val="040C28"/>
                </a:solidFill>
                <a:highlight>
                  <a:srgbClr val="D3E3FD"/>
                </a:highlight>
              </a:rPr>
              <a:t>PENDING</a:t>
            </a: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), R (RUNNING), S (SUSPENDED), CG (COMPLETING), and CD (COMPLETED).</a:t>
            </a:r>
            <a:endParaRPr/>
          </a:p>
        </p:txBody>
      </p:sp>
      <p:sp>
        <p:nvSpPr>
          <p:cNvPr id="1435" name="Google Shape;1435;p95"/>
          <p:cNvSpPr txBox="1"/>
          <p:nvPr>
            <p:ph idx="1" type="body"/>
          </p:nvPr>
        </p:nvSpPr>
        <p:spPr>
          <a:xfrm>
            <a:off x="628650" y="963225"/>
            <a:ext cx="2826900" cy="284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 vs Torque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#SBATCH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>
                <a:solidFill>
                  <a:schemeClr val="dk2"/>
                </a:solidFill>
              </a:rPr>
              <a:t>#PBS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Steps to follow: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>
                <a:solidFill>
                  <a:schemeClr val="dk2"/>
                </a:solidFill>
              </a:rPr>
              <a:t>Arguments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D</a:t>
            </a:r>
            <a:r>
              <a:rPr lang="en" sz="1500">
                <a:solidFill>
                  <a:schemeClr val="dk2"/>
                </a:solidFill>
              </a:rPr>
              <a:t>ifferent names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Same functionality</a:t>
            </a:r>
            <a:endParaRPr sz="1500"/>
          </a:p>
        </p:txBody>
      </p:sp>
      <p:sp>
        <p:nvSpPr>
          <p:cNvPr id="1436" name="Google Shape;1436;p95"/>
          <p:cNvSpPr txBox="1"/>
          <p:nvPr>
            <p:ph idx="1" type="body"/>
          </p:nvPr>
        </p:nvSpPr>
        <p:spPr>
          <a:xfrm>
            <a:off x="6006025" y="1514925"/>
            <a:ext cx="3000000" cy="3219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Submit a job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ED631C"/>
              </a:buClr>
              <a:buSzPts val="1300"/>
              <a:buChar char="▪"/>
            </a:pPr>
            <a:r>
              <a:rPr lang="en" sz="1300">
                <a:solidFill>
                  <a:srgbClr val="ED631C"/>
                </a:solidFill>
              </a:rPr>
              <a:t>qsub </a:t>
            </a:r>
            <a:r>
              <a:rPr lang="en" sz="1300"/>
              <a:t>script.</a:t>
            </a:r>
            <a:r>
              <a:rPr lang="en" sz="1300">
                <a:solidFill>
                  <a:srgbClr val="ED631C"/>
                </a:solidFill>
              </a:rPr>
              <a:t>pbs</a:t>
            </a:r>
            <a:endParaRPr sz="1300">
              <a:solidFill>
                <a:srgbClr val="ED631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Define</a:t>
            </a:r>
            <a:br>
              <a:rPr lang="en" sz="1300">
                <a:solidFill>
                  <a:schemeClr val="lt1"/>
                </a:solidFill>
              </a:rPr>
            </a:br>
            <a:r>
              <a:rPr lang="en" sz="1300">
                <a:solidFill>
                  <a:schemeClr val="lt1"/>
                </a:solidFill>
              </a:rPr>
              <a:t> resources</a:t>
            </a:r>
            <a:endParaRPr sz="1300"/>
          </a:p>
        </p:txBody>
      </p:sp>
      <p:sp>
        <p:nvSpPr>
          <p:cNvPr id="1437" name="Google Shape;1437;p95"/>
          <p:cNvSpPr txBox="1"/>
          <p:nvPr>
            <p:ph idx="1" type="body"/>
          </p:nvPr>
        </p:nvSpPr>
        <p:spPr>
          <a:xfrm>
            <a:off x="3270675" y="1514925"/>
            <a:ext cx="2826900" cy="354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Submit a job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>
                <a:solidFill>
                  <a:srgbClr val="ED631C"/>
                </a:solidFill>
              </a:rPr>
              <a:t>sbatch </a:t>
            </a:r>
            <a:r>
              <a:rPr lang="en" sz="1300"/>
              <a:t>script.</a:t>
            </a:r>
            <a:r>
              <a:rPr lang="en" sz="1300">
                <a:solidFill>
                  <a:srgbClr val="ED631C"/>
                </a:solidFill>
              </a:rPr>
              <a:t>sh</a:t>
            </a:r>
            <a:br>
              <a:rPr lang="en" sz="1300"/>
            </a:br>
            <a:endParaRPr sz="1300"/>
          </a:p>
        </p:txBody>
      </p:sp>
      <p:sp>
        <p:nvSpPr>
          <p:cNvPr id="1438" name="Google Shape;1438;p95"/>
          <p:cNvSpPr/>
          <p:nvPr/>
        </p:nvSpPr>
        <p:spPr>
          <a:xfrm>
            <a:off x="3303150" y="1524000"/>
            <a:ext cx="173400" cy="3038400"/>
          </a:xfrm>
          <a:prstGeom prst="leftBrace">
            <a:avLst>
              <a:gd fmla="val 50000" name="adj1"/>
              <a:gd fmla="val 5423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95"/>
          <p:cNvSpPr txBox="1"/>
          <p:nvPr>
            <p:ph idx="1" type="body"/>
          </p:nvPr>
        </p:nvSpPr>
        <p:spPr>
          <a:xfrm>
            <a:off x="4572000" y="797725"/>
            <a:ext cx="7524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</a:t>
            </a:r>
            <a:endParaRPr sz="1500"/>
          </a:p>
        </p:txBody>
      </p:sp>
      <p:cxnSp>
        <p:nvCxnSpPr>
          <p:cNvPr id="1440" name="Google Shape;1440;p95"/>
          <p:cNvCxnSpPr/>
          <p:nvPr/>
        </p:nvCxnSpPr>
        <p:spPr>
          <a:xfrm flipH="1" rot="10800000">
            <a:off x="4095750" y="1200075"/>
            <a:ext cx="4619700" cy="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1" name="Google Shape;1441;p95"/>
          <p:cNvSpPr txBox="1"/>
          <p:nvPr>
            <p:ph idx="1" type="body"/>
          </p:nvPr>
        </p:nvSpPr>
        <p:spPr>
          <a:xfrm>
            <a:off x="7162800" y="797725"/>
            <a:ext cx="10857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Torque</a:t>
            </a:r>
            <a:endParaRPr sz="15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96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managers</a:t>
            </a:r>
            <a:endParaRPr/>
          </a:p>
        </p:txBody>
      </p:sp>
      <p:sp>
        <p:nvSpPr>
          <p:cNvPr id="1447" name="Google Shape;1447;p96"/>
          <p:cNvSpPr txBox="1"/>
          <p:nvPr/>
        </p:nvSpPr>
        <p:spPr>
          <a:xfrm>
            <a:off x="-3162300" y="-3810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PD (</a:t>
            </a:r>
            <a:r>
              <a:rPr lang="en" sz="1200">
                <a:solidFill>
                  <a:srgbClr val="040C28"/>
                </a:solidFill>
                <a:highlight>
                  <a:srgbClr val="D3E3FD"/>
                </a:highlight>
              </a:rPr>
              <a:t>PENDING</a:t>
            </a: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), R (RUNNING), S (SUSPENDED), CG (COMPLETING), and CD (COMPLETED).</a:t>
            </a:r>
            <a:endParaRPr/>
          </a:p>
        </p:txBody>
      </p:sp>
      <p:sp>
        <p:nvSpPr>
          <p:cNvPr id="1448" name="Google Shape;1448;p96"/>
          <p:cNvSpPr txBox="1"/>
          <p:nvPr>
            <p:ph idx="1" type="body"/>
          </p:nvPr>
        </p:nvSpPr>
        <p:spPr>
          <a:xfrm>
            <a:off x="6006025" y="1514925"/>
            <a:ext cx="3000000" cy="3219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Submit a job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qsub script.pbs</a:t>
            </a:r>
            <a:endParaRPr sz="1300">
              <a:solidFill>
                <a:srgbClr val="D9D9D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Define</a:t>
            </a:r>
            <a:br>
              <a:rPr lang="en" sz="1300">
                <a:solidFill>
                  <a:schemeClr val="lt1"/>
                </a:solidFill>
              </a:rPr>
            </a:br>
            <a:r>
              <a:rPr lang="en" sz="1300">
                <a:solidFill>
                  <a:schemeClr val="lt1"/>
                </a:solidFill>
              </a:rPr>
              <a:t> Resources</a:t>
            </a:r>
            <a:br>
              <a:rPr lang="en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b="1" lang="en" sz="1300"/>
              <a:t>--N</a:t>
            </a:r>
            <a:r>
              <a:rPr lang="en" sz="1300"/>
              <a:t> &lt;job_name&gt;</a:t>
            </a:r>
            <a:br>
              <a:rPr lang="en" sz="1300"/>
            </a:b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b="1" lang="en" sz="1300"/>
              <a:t>-o</a:t>
            </a:r>
            <a:r>
              <a:rPr lang="en" sz="1300"/>
              <a:t> stdout.$PBS_JOBID</a:t>
            </a:r>
            <a:br>
              <a:rPr lang="en" sz="1300"/>
            </a:br>
            <a:endParaRPr sz="1300"/>
          </a:p>
        </p:txBody>
      </p:sp>
      <p:sp>
        <p:nvSpPr>
          <p:cNvPr id="1449" name="Google Shape;1449;p96"/>
          <p:cNvSpPr txBox="1"/>
          <p:nvPr>
            <p:ph idx="1" type="body"/>
          </p:nvPr>
        </p:nvSpPr>
        <p:spPr>
          <a:xfrm>
            <a:off x="3270675" y="1514925"/>
            <a:ext cx="2826900" cy="354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Submit a job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sbatch script.sh</a:t>
            </a:r>
            <a:br>
              <a:rPr lang="en" sz="1300">
                <a:solidFill>
                  <a:srgbClr val="D9D9D9"/>
                </a:solidFill>
              </a:rPr>
            </a:br>
            <a:endParaRPr sz="1300">
              <a:solidFill>
                <a:srgbClr val="D9D9D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Define resources</a:t>
            </a:r>
            <a:br>
              <a:rPr lang="en" sz="1300"/>
            </a:b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b="1" lang="en" sz="1300"/>
              <a:t>--job-name = </a:t>
            </a:r>
            <a:r>
              <a:rPr lang="en" sz="1300"/>
              <a:t>&lt;name&gt;</a:t>
            </a:r>
            <a:br>
              <a:rPr lang="en" sz="1300"/>
            </a:b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b="1" lang="en" sz="1300"/>
              <a:t>--output = </a:t>
            </a:r>
            <a:r>
              <a:rPr lang="en" sz="1300"/>
              <a:t>&lt;name.out&gt;</a:t>
            </a:r>
            <a:br>
              <a:rPr lang="en" sz="1300"/>
            </a:br>
            <a:endParaRPr sz="1300"/>
          </a:p>
        </p:txBody>
      </p:sp>
      <p:cxnSp>
        <p:nvCxnSpPr>
          <p:cNvPr id="1450" name="Google Shape;1450;p96"/>
          <p:cNvCxnSpPr/>
          <p:nvPr/>
        </p:nvCxnSpPr>
        <p:spPr>
          <a:xfrm>
            <a:off x="6105450" y="2800350"/>
            <a:ext cx="37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96"/>
          <p:cNvCxnSpPr/>
          <p:nvPr/>
        </p:nvCxnSpPr>
        <p:spPr>
          <a:xfrm>
            <a:off x="6105450" y="3233725"/>
            <a:ext cx="37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2" name="Google Shape;1452;p96"/>
          <p:cNvSpPr/>
          <p:nvPr/>
        </p:nvSpPr>
        <p:spPr>
          <a:xfrm>
            <a:off x="3303150" y="1524000"/>
            <a:ext cx="173400" cy="3038400"/>
          </a:xfrm>
          <a:prstGeom prst="leftBrace">
            <a:avLst>
              <a:gd fmla="val 50000" name="adj1"/>
              <a:gd fmla="val 4138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96"/>
          <p:cNvSpPr txBox="1"/>
          <p:nvPr>
            <p:ph idx="1" type="body"/>
          </p:nvPr>
        </p:nvSpPr>
        <p:spPr>
          <a:xfrm>
            <a:off x="628650" y="963225"/>
            <a:ext cx="2826900" cy="284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 vs Torque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#SBATCH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>
                <a:solidFill>
                  <a:schemeClr val="dk2"/>
                </a:solidFill>
              </a:rPr>
              <a:t>#PBS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Steps to follow: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>
                <a:solidFill>
                  <a:schemeClr val="dk2"/>
                </a:solidFill>
              </a:rPr>
              <a:t>Arguments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D</a:t>
            </a:r>
            <a:r>
              <a:rPr lang="en" sz="1500">
                <a:solidFill>
                  <a:schemeClr val="dk2"/>
                </a:solidFill>
              </a:rPr>
              <a:t>ifferent names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Same functionality</a:t>
            </a:r>
            <a:endParaRPr sz="1500"/>
          </a:p>
        </p:txBody>
      </p:sp>
      <p:sp>
        <p:nvSpPr>
          <p:cNvPr id="1454" name="Google Shape;1454;p96"/>
          <p:cNvSpPr txBox="1"/>
          <p:nvPr>
            <p:ph idx="1" type="body"/>
          </p:nvPr>
        </p:nvSpPr>
        <p:spPr>
          <a:xfrm>
            <a:off x="4572000" y="797725"/>
            <a:ext cx="7524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</a:t>
            </a:r>
            <a:endParaRPr sz="1500"/>
          </a:p>
        </p:txBody>
      </p:sp>
      <p:cxnSp>
        <p:nvCxnSpPr>
          <p:cNvPr id="1455" name="Google Shape;1455;p96"/>
          <p:cNvCxnSpPr/>
          <p:nvPr/>
        </p:nvCxnSpPr>
        <p:spPr>
          <a:xfrm flipH="1" rot="10800000">
            <a:off x="4095750" y="1200075"/>
            <a:ext cx="4619700" cy="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6" name="Google Shape;1456;p96"/>
          <p:cNvSpPr txBox="1"/>
          <p:nvPr>
            <p:ph idx="1" type="body"/>
          </p:nvPr>
        </p:nvSpPr>
        <p:spPr>
          <a:xfrm>
            <a:off x="7162800" y="797725"/>
            <a:ext cx="10857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Torque</a:t>
            </a:r>
            <a:endParaRPr sz="15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97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managers</a:t>
            </a:r>
            <a:endParaRPr/>
          </a:p>
        </p:txBody>
      </p:sp>
      <p:sp>
        <p:nvSpPr>
          <p:cNvPr id="1462" name="Google Shape;1462;p97"/>
          <p:cNvSpPr txBox="1"/>
          <p:nvPr/>
        </p:nvSpPr>
        <p:spPr>
          <a:xfrm>
            <a:off x="-3162300" y="-3810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PD (</a:t>
            </a:r>
            <a:r>
              <a:rPr lang="en" sz="1200">
                <a:solidFill>
                  <a:srgbClr val="040C28"/>
                </a:solidFill>
                <a:highlight>
                  <a:srgbClr val="D3E3FD"/>
                </a:highlight>
              </a:rPr>
              <a:t>PENDING</a:t>
            </a: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), R (RUNNING), S (SUSPENDED), CG (COMPLETING), and CD (COMPLETED).</a:t>
            </a:r>
            <a:endParaRPr/>
          </a:p>
        </p:txBody>
      </p:sp>
      <p:sp>
        <p:nvSpPr>
          <p:cNvPr id="1463" name="Google Shape;1463;p97"/>
          <p:cNvSpPr txBox="1"/>
          <p:nvPr>
            <p:ph idx="1" type="body"/>
          </p:nvPr>
        </p:nvSpPr>
        <p:spPr>
          <a:xfrm>
            <a:off x="6006025" y="1514925"/>
            <a:ext cx="3000000" cy="3219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Submit a job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qsub script.pbs</a:t>
            </a:r>
            <a:endParaRPr sz="1300">
              <a:solidFill>
                <a:srgbClr val="D9D9D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Define</a:t>
            </a:r>
            <a:br>
              <a:rPr lang="en" sz="1300">
                <a:solidFill>
                  <a:schemeClr val="lt1"/>
                </a:solidFill>
              </a:rPr>
            </a:br>
            <a:r>
              <a:rPr lang="en" sz="1300">
                <a:solidFill>
                  <a:schemeClr val="lt1"/>
                </a:solidFill>
              </a:rPr>
              <a:t> Resources</a:t>
            </a:r>
            <a:br>
              <a:rPr lang="en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b="1" lang="en" sz="1300">
                <a:solidFill>
                  <a:srgbClr val="D9D9D9"/>
                </a:solidFill>
              </a:rPr>
              <a:t>--N</a:t>
            </a:r>
            <a:r>
              <a:rPr lang="en" sz="1300">
                <a:solidFill>
                  <a:srgbClr val="D9D9D9"/>
                </a:solidFill>
              </a:rPr>
              <a:t> &lt;job_name&gt;</a:t>
            </a:r>
            <a:br>
              <a:rPr lang="en" sz="1300">
                <a:solidFill>
                  <a:srgbClr val="D9D9D9"/>
                </a:solidFill>
              </a:rPr>
            </a:br>
            <a:endParaRPr sz="1300">
              <a:solidFill>
                <a:srgbClr val="D9D9D9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b="1" lang="en" sz="1300">
                <a:solidFill>
                  <a:srgbClr val="D9D9D9"/>
                </a:solidFill>
              </a:rPr>
              <a:t>-o</a:t>
            </a:r>
            <a:r>
              <a:rPr lang="en" sz="1300">
                <a:solidFill>
                  <a:srgbClr val="D9D9D9"/>
                </a:solidFill>
              </a:rPr>
              <a:t> stdout.$PBS_JOBID</a:t>
            </a:r>
            <a:br>
              <a:rPr lang="en" sz="1300"/>
            </a:b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-l walltime = hh:mm:ss</a:t>
            </a:r>
            <a:br>
              <a:rPr lang="en" sz="1300"/>
            </a:b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memory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b="1" lang="en" sz="1300"/>
              <a:t>-l mem   =</a:t>
            </a:r>
            <a:r>
              <a:rPr lang="en" sz="1300"/>
              <a:t> &lt;n&gt; </a:t>
            </a:r>
            <a:r>
              <a:rPr lang="en" sz="900"/>
              <a:t>[MB]</a:t>
            </a:r>
            <a:endParaRPr sz="9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b="1" lang="en" sz="1300"/>
              <a:t>-l pmem =</a:t>
            </a:r>
            <a:r>
              <a:rPr lang="en" sz="1300"/>
              <a:t> &lt;n&gt; </a:t>
            </a:r>
            <a:r>
              <a:rPr lang="en" sz="900"/>
              <a:t>[GB]</a:t>
            </a:r>
            <a:endParaRPr sz="1300"/>
          </a:p>
        </p:txBody>
      </p:sp>
      <p:sp>
        <p:nvSpPr>
          <p:cNvPr id="1464" name="Google Shape;1464;p97"/>
          <p:cNvSpPr txBox="1"/>
          <p:nvPr>
            <p:ph idx="1" type="body"/>
          </p:nvPr>
        </p:nvSpPr>
        <p:spPr>
          <a:xfrm>
            <a:off x="3270675" y="1514925"/>
            <a:ext cx="2826900" cy="354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Submit a job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sbatch script.sh</a:t>
            </a:r>
            <a:br>
              <a:rPr lang="en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Define resources</a:t>
            </a:r>
            <a:br>
              <a:rPr lang="en" sz="1300"/>
            </a:br>
            <a:endParaRPr sz="1300">
              <a:solidFill>
                <a:srgbClr val="D9D9D9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b="1" lang="en" sz="1300">
                <a:solidFill>
                  <a:srgbClr val="D9D9D9"/>
                </a:solidFill>
              </a:rPr>
              <a:t>--job-name = </a:t>
            </a:r>
            <a:r>
              <a:rPr lang="en" sz="1300">
                <a:solidFill>
                  <a:srgbClr val="D9D9D9"/>
                </a:solidFill>
              </a:rPr>
              <a:t>&lt;name&gt;</a:t>
            </a:r>
            <a:br>
              <a:rPr lang="en" sz="1300">
                <a:solidFill>
                  <a:srgbClr val="D9D9D9"/>
                </a:solidFill>
              </a:rPr>
            </a:br>
            <a:endParaRPr sz="1300">
              <a:solidFill>
                <a:srgbClr val="D9D9D9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b="1" lang="en" sz="1300">
                <a:solidFill>
                  <a:srgbClr val="D9D9D9"/>
                </a:solidFill>
              </a:rPr>
              <a:t>--output = </a:t>
            </a:r>
            <a:r>
              <a:rPr lang="en" sz="1300">
                <a:solidFill>
                  <a:srgbClr val="D9D9D9"/>
                </a:solidFill>
              </a:rPr>
              <a:t>&lt;name.out&gt;</a:t>
            </a:r>
            <a:br>
              <a:rPr lang="en" sz="1300"/>
            </a:b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b="1" lang="en" sz="1300"/>
              <a:t>--time =</a:t>
            </a:r>
            <a:r>
              <a:rPr lang="en" sz="1300"/>
              <a:t> hh:mm:ss</a:t>
            </a:r>
            <a:br>
              <a:rPr lang="en" sz="1300"/>
            </a:b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b="1" lang="en" sz="1300"/>
              <a:t>–-mem = </a:t>
            </a:r>
            <a:r>
              <a:rPr lang="en" sz="1300"/>
              <a:t>&lt;n&gt;G</a:t>
            </a:r>
            <a:br>
              <a:rPr lang="en" sz="1300"/>
            </a:br>
            <a:endParaRPr sz="1300"/>
          </a:p>
        </p:txBody>
      </p:sp>
      <p:cxnSp>
        <p:nvCxnSpPr>
          <p:cNvPr id="1465" name="Google Shape;1465;p97"/>
          <p:cNvCxnSpPr/>
          <p:nvPr/>
        </p:nvCxnSpPr>
        <p:spPr>
          <a:xfrm>
            <a:off x="6105450" y="2800350"/>
            <a:ext cx="377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97"/>
          <p:cNvCxnSpPr/>
          <p:nvPr/>
        </p:nvCxnSpPr>
        <p:spPr>
          <a:xfrm>
            <a:off x="6105450" y="3233725"/>
            <a:ext cx="377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97"/>
          <p:cNvCxnSpPr/>
          <p:nvPr/>
        </p:nvCxnSpPr>
        <p:spPr>
          <a:xfrm>
            <a:off x="6105450" y="3686175"/>
            <a:ext cx="37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97"/>
          <p:cNvCxnSpPr/>
          <p:nvPr/>
        </p:nvCxnSpPr>
        <p:spPr>
          <a:xfrm>
            <a:off x="6105450" y="4133850"/>
            <a:ext cx="37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69" name="Google Shape;1469;p97"/>
          <p:cNvSpPr/>
          <p:nvPr/>
        </p:nvSpPr>
        <p:spPr>
          <a:xfrm>
            <a:off x="3303150" y="1524000"/>
            <a:ext cx="173400" cy="3038400"/>
          </a:xfrm>
          <a:prstGeom prst="leftBrace">
            <a:avLst>
              <a:gd fmla="val 50000" name="adj1"/>
              <a:gd fmla="val 4138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97"/>
          <p:cNvSpPr txBox="1"/>
          <p:nvPr>
            <p:ph idx="1" type="body"/>
          </p:nvPr>
        </p:nvSpPr>
        <p:spPr>
          <a:xfrm>
            <a:off x="628650" y="963225"/>
            <a:ext cx="2826900" cy="284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 vs Torque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#SBATCH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>
                <a:solidFill>
                  <a:schemeClr val="dk2"/>
                </a:solidFill>
              </a:rPr>
              <a:t>#PBS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Steps to follow: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>
                <a:solidFill>
                  <a:schemeClr val="dk2"/>
                </a:solidFill>
              </a:rPr>
              <a:t>Arguments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D</a:t>
            </a:r>
            <a:r>
              <a:rPr lang="en" sz="1500">
                <a:solidFill>
                  <a:schemeClr val="dk2"/>
                </a:solidFill>
              </a:rPr>
              <a:t>ifferent names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Same functionality</a:t>
            </a:r>
            <a:endParaRPr sz="1500"/>
          </a:p>
        </p:txBody>
      </p:sp>
      <p:sp>
        <p:nvSpPr>
          <p:cNvPr id="1471" name="Google Shape;1471;p97"/>
          <p:cNvSpPr txBox="1"/>
          <p:nvPr>
            <p:ph idx="1" type="body"/>
          </p:nvPr>
        </p:nvSpPr>
        <p:spPr>
          <a:xfrm>
            <a:off x="4572000" y="797725"/>
            <a:ext cx="7524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</a:t>
            </a:r>
            <a:endParaRPr sz="1500"/>
          </a:p>
        </p:txBody>
      </p:sp>
      <p:cxnSp>
        <p:nvCxnSpPr>
          <p:cNvPr id="1472" name="Google Shape;1472;p97"/>
          <p:cNvCxnSpPr/>
          <p:nvPr/>
        </p:nvCxnSpPr>
        <p:spPr>
          <a:xfrm flipH="1" rot="10800000">
            <a:off x="4095750" y="1200075"/>
            <a:ext cx="4619700" cy="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3" name="Google Shape;1473;p97"/>
          <p:cNvSpPr txBox="1"/>
          <p:nvPr>
            <p:ph idx="1" type="body"/>
          </p:nvPr>
        </p:nvSpPr>
        <p:spPr>
          <a:xfrm>
            <a:off x="7162800" y="797725"/>
            <a:ext cx="10857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Torque</a:t>
            </a:r>
            <a:endParaRPr sz="1500"/>
          </a:p>
        </p:txBody>
      </p:sp>
      <p:pic>
        <p:nvPicPr>
          <p:cNvPr id="1474" name="Google Shape;1474;p97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9846400" y="191877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97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9815525" y="2571412"/>
            <a:ext cx="940672" cy="4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97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7328" y="3910000"/>
            <a:ext cx="1006366" cy="5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98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managers</a:t>
            </a:r>
            <a:endParaRPr/>
          </a:p>
        </p:txBody>
      </p:sp>
      <p:sp>
        <p:nvSpPr>
          <p:cNvPr id="1482" name="Google Shape;1482;p98"/>
          <p:cNvSpPr txBox="1"/>
          <p:nvPr/>
        </p:nvSpPr>
        <p:spPr>
          <a:xfrm>
            <a:off x="-3162300" y="-3810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PD (</a:t>
            </a:r>
            <a:r>
              <a:rPr lang="en" sz="1200">
                <a:solidFill>
                  <a:srgbClr val="040C28"/>
                </a:solidFill>
                <a:highlight>
                  <a:srgbClr val="D3E3FD"/>
                </a:highlight>
              </a:rPr>
              <a:t>PENDING</a:t>
            </a: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), R (RUNNING), S (SUSPENDED), CG (COMPLETING), and CD (COMPLETED).</a:t>
            </a:r>
            <a:endParaRPr/>
          </a:p>
        </p:txBody>
      </p:sp>
      <p:sp>
        <p:nvSpPr>
          <p:cNvPr id="1483" name="Google Shape;1483;p98"/>
          <p:cNvSpPr/>
          <p:nvPr/>
        </p:nvSpPr>
        <p:spPr>
          <a:xfrm>
            <a:off x="3303150" y="1524000"/>
            <a:ext cx="173400" cy="3038400"/>
          </a:xfrm>
          <a:prstGeom prst="leftBrace">
            <a:avLst>
              <a:gd fmla="val 50000" name="adj1"/>
              <a:gd fmla="val 4138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98"/>
          <p:cNvSpPr txBox="1"/>
          <p:nvPr>
            <p:ph idx="1" type="body"/>
          </p:nvPr>
        </p:nvSpPr>
        <p:spPr>
          <a:xfrm>
            <a:off x="628650" y="963225"/>
            <a:ext cx="2826900" cy="284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 vs Torque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#SBATCH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>
                <a:solidFill>
                  <a:schemeClr val="dk2"/>
                </a:solidFill>
              </a:rPr>
              <a:t>#PBS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Steps to follow: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>
                <a:solidFill>
                  <a:schemeClr val="dk2"/>
                </a:solidFill>
              </a:rPr>
              <a:t>Arguments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D</a:t>
            </a:r>
            <a:r>
              <a:rPr lang="en" sz="1500">
                <a:solidFill>
                  <a:schemeClr val="dk2"/>
                </a:solidFill>
              </a:rPr>
              <a:t>ifferent names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Same functionality</a:t>
            </a:r>
            <a:endParaRPr sz="1500"/>
          </a:p>
        </p:txBody>
      </p:sp>
      <p:sp>
        <p:nvSpPr>
          <p:cNvPr id="1485" name="Google Shape;1485;p98"/>
          <p:cNvSpPr txBox="1"/>
          <p:nvPr>
            <p:ph idx="1" type="body"/>
          </p:nvPr>
        </p:nvSpPr>
        <p:spPr>
          <a:xfrm>
            <a:off x="4572000" y="797725"/>
            <a:ext cx="7524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</a:t>
            </a:r>
            <a:endParaRPr sz="1500"/>
          </a:p>
        </p:txBody>
      </p:sp>
      <p:cxnSp>
        <p:nvCxnSpPr>
          <p:cNvPr id="1486" name="Google Shape;1486;p98"/>
          <p:cNvCxnSpPr/>
          <p:nvPr/>
        </p:nvCxnSpPr>
        <p:spPr>
          <a:xfrm flipH="1" rot="10800000">
            <a:off x="4095750" y="1200075"/>
            <a:ext cx="4619700" cy="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7" name="Google Shape;1487;p98"/>
          <p:cNvSpPr txBox="1"/>
          <p:nvPr>
            <p:ph idx="1" type="body"/>
          </p:nvPr>
        </p:nvSpPr>
        <p:spPr>
          <a:xfrm>
            <a:off x="7162800" y="797725"/>
            <a:ext cx="10857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Torque</a:t>
            </a:r>
            <a:endParaRPr sz="1500"/>
          </a:p>
        </p:txBody>
      </p:sp>
      <p:pic>
        <p:nvPicPr>
          <p:cNvPr id="1488" name="Google Shape;1488;p98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7147962" y="207117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98"/>
          <p:cNvPicPr preferRelativeResize="0"/>
          <p:nvPr/>
        </p:nvPicPr>
        <p:blipFill rotWithShape="1">
          <a:blip r:embed="rId4">
            <a:alphaModFix/>
          </a:blip>
          <a:srcRect b="28456" l="6046" r="5825" t="27283"/>
          <a:stretch/>
        </p:blipFill>
        <p:spPr>
          <a:xfrm>
            <a:off x="4215998" y="3296664"/>
            <a:ext cx="788863" cy="3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98" title="VIBRGBnotaglinep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4223" y="3719400"/>
            <a:ext cx="752399" cy="4093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98"/>
          <p:cNvSpPr txBox="1"/>
          <p:nvPr>
            <p:ph idx="1" type="body"/>
          </p:nvPr>
        </p:nvSpPr>
        <p:spPr>
          <a:xfrm>
            <a:off x="6006025" y="1514925"/>
            <a:ext cx="3000000" cy="67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Submit a job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ED631C"/>
              </a:buClr>
              <a:buSzPts val="1300"/>
              <a:buChar char="▪"/>
            </a:pPr>
            <a:r>
              <a:rPr lang="en" sz="1300">
                <a:solidFill>
                  <a:srgbClr val="ED631C"/>
                </a:solidFill>
              </a:rPr>
              <a:t>qsub </a:t>
            </a:r>
            <a:r>
              <a:rPr lang="en" sz="1300"/>
              <a:t>script.</a:t>
            </a:r>
            <a:r>
              <a:rPr lang="en" sz="1300">
                <a:solidFill>
                  <a:srgbClr val="ED631C"/>
                </a:solidFill>
              </a:rPr>
              <a:t>pbs</a:t>
            </a:r>
            <a:endParaRPr sz="1300">
              <a:solidFill>
                <a:srgbClr val="ED631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Define</a:t>
            </a:r>
            <a:br>
              <a:rPr lang="en" sz="1300">
                <a:solidFill>
                  <a:schemeClr val="lt1"/>
                </a:solidFill>
              </a:rPr>
            </a:br>
            <a:r>
              <a:rPr lang="en" sz="1300">
                <a:solidFill>
                  <a:schemeClr val="lt1"/>
                </a:solidFill>
              </a:rPr>
              <a:t> resources</a:t>
            </a:r>
            <a:endParaRPr sz="1300"/>
          </a:p>
        </p:txBody>
      </p:sp>
      <p:sp>
        <p:nvSpPr>
          <p:cNvPr id="1492" name="Google Shape;1492;p98"/>
          <p:cNvSpPr txBox="1"/>
          <p:nvPr>
            <p:ph idx="1" type="body"/>
          </p:nvPr>
        </p:nvSpPr>
        <p:spPr>
          <a:xfrm>
            <a:off x="3270675" y="1514925"/>
            <a:ext cx="2826900" cy="67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Submit a job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>
                <a:solidFill>
                  <a:srgbClr val="ED631C"/>
                </a:solidFill>
              </a:rPr>
              <a:t>sbatch </a:t>
            </a:r>
            <a:r>
              <a:rPr lang="en" sz="1300"/>
              <a:t>script.</a:t>
            </a:r>
            <a:r>
              <a:rPr lang="en" sz="1300">
                <a:solidFill>
                  <a:srgbClr val="ED631C"/>
                </a:solidFill>
              </a:rPr>
              <a:t>sh</a:t>
            </a:r>
            <a:br>
              <a:rPr lang="en" sz="1300"/>
            </a:br>
            <a:endParaRPr sz="1300"/>
          </a:p>
        </p:txBody>
      </p:sp>
      <p:pic>
        <p:nvPicPr>
          <p:cNvPr id="1493" name="Google Shape;1493;p98"/>
          <p:cNvPicPr preferRelativeResize="0"/>
          <p:nvPr/>
        </p:nvPicPr>
        <p:blipFill rotWithShape="1">
          <a:blip r:embed="rId3">
            <a:alphaModFix/>
          </a:blip>
          <a:srcRect b="22966" l="17838" r="19772" t="17429"/>
          <a:stretch/>
        </p:blipFill>
        <p:spPr>
          <a:xfrm>
            <a:off x="4372737" y="2071175"/>
            <a:ext cx="716119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98"/>
          <p:cNvPicPr preferRelativeResize="0"/>
          <p:nvPr/>
        </p:nvPicPr>
        <p:blipFill rotWithShape="1">
          <a:blip r:embed="rId6">
            <a:alphaModFix/>
          </a:blip>
          <a:srcRect b="23672" l="10429" r="12494" t="24049"/>
          <a:stretch/>
        </p:blipFill>
        <p:spPr>
          <a:xfrm>
            <a:off x="4211073" y="4276800"/>
            <a:ext cx="1039429" cy="3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0263" y="2742850"/>
            <a:ext cx="420325" cy="4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19650" y="2742850"/>
            <a:ext cx="420325" cy="4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99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first job</a:t>
            </a:r>
            <a:endParaRPr/>
          </a:p>
        </p:txBody>
      </p:sp>
      <p:sp>
        <p:nvSpPr>
          <p:cNvPr id="1502" name="Google Shape;1502;p99"/>
          <p:cNvSpPr txBox="1"/>
          <p:nvPr>
            <p:ph idx="1" type="body"/>
          </p:nvPr>
        </p:nvSpPr>
        <p:spPr>
          <a:xfrm>
            <a:off x="628650" y="963216"/>
            <a:ext cx="7886700" cy="35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Define resources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Define variables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Think of modules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Commands</a:t>
            </a:r>
            <a:br>
              <a:rPr lang="en"/>
            </a:b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Run in Slurm and PBS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UGent 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VIB </a:t>
            </a:r>
            <a:r>
              <a:rPr lang="en" sz="1200"/>
              <a:t>(if possible)</a:t>
            </a:r>
            <a:endParaRPr sz="1200"/>
          </a:p>
        </p:txBody>
      </p:sp>
      <p:sp>
        <p:nvSpPr>
          <p:cNvPr id="1503" name="Google Shape;1503;p99"/>
          <p:cNvSpPr txBox="1"/>
          <p:nvPr/>
        </p:nvSpPr>
        <p:spPr>
          <a:xfrm>
            <a:off x="628650" y="4781550"/>
            <a:ext cx="18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 copy-paste</a:t>
            </a:r>
            <a:endParaRPr/>
          </a:p>
        </p:txBody>
      </p:sp>
      <p:pic>
        <p:nvPicPr>
          <p:cNvPr id="1504" name="Google Shape;1504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3425" y="504825"/>
            <a:ext cx="4694874" cy="4133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00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managers</a:t>
            </a:r>
            <a:endParaRPr/>
          </a:p>
        </p:txBody>
      </p:sp>
      <p:sp>
        <p:nvSpPr>
          <p:cNvPr id="1510" name="Google Shape;1510;p100"/>
          <p:cNvSpPr/>
          <p:nvPr/>
        </p:nvSpPr>
        <p:spPr>
          <a:xfrm>
            <a:off x="3303150" y="1524000"/>
            <a:ext cx="173400" cy="3038400"/>
          </a:xfrm>
          <a:prstGeom prst="leftBrace">
            <a:avLst>
              <a:gd fmla="val 50000" name="adj1"/>
              <a:gd fmla="val 4138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00"/>
          <p:cNvSpPr txBox="1"/>
          <p:nvPr>
            <p:ph idx="1" type="body"/>
          </p:nvPr>
        </p:nvSpPr>
        <p:spPr>
          <a:xfrm>
            <a:off x="628650" y="963225"/>
            <a:ext cx="28269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 vs Torque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#SBATCH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>
                <a:solidFill>
                  <a:schemeClr val="dk2"/>
                </a:solidFill>
              </a:rPr>
              <a:t>#PBS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Common tasks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Cancel a job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Scancel &lt;id&gt;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qdel &lt;id&gt;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List Jobs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q</a:t>
            </a:r>
            <a:r>
              <a:rPr lang="en" sz="1500"/>
              <a:t>stat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squeue</a:t>
            </a:r>
            <a:endParaRPr sz="1500"/>
          </a:p>
        </p:txBody>
      </p:sp>
      <p:sp>
        <p:nvSpPr>
          <p:cNvPr id="1512" name="Google Shape;1512;p100"/>
          <p:cNvSpPr txBox="1"/>
          <p:nvPr>
            <p:ph idx="1" type="body"/>
          </p:nvPr>
        </p:nvSpPr>
        <p:spPr>
          <a:xfrm>
            <a:off x="4572000" y="797725"/>
            <a:ext cx="7524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</a:t>
            </a:r>
            <a:endParaRPr sz="1500"/>
          </a:p>
        </p:txBody>
      </p:sp>
      <p:cxnSp>
        <p:nvCxnSpPr>
          <p:cNvPr id="1513" name="Google Shape;1513;p100"/>
          <p:cNvCxnSpPr/>
          <p:nvPr/>
        </p:nvCxnSpPr>
        <p:spPr>
          <a:xfrm flipH="1" rot="10800000">
            <a:off x="4095750" y="1200075"/>
            <a:ext cx="4619700" cy="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4" name="Google Shape;1514;p100"/>
          <p:cNvSpPr txBox="1"/>
          <p:nvPr>
            <p:ph idx="1" type="body"/>
          </p:nvPr>
        </p:nvSpPr>
        <p:spPr>
          <a:xfrm>
            <a:off x="7162800" y="797725"/>
            <a:ext cx="10857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Torque</a:t>
            </a:r>
            <a:endParaRPr sz="1500"/>
          </a:p>
        </p:txBody>
      </p:sp>
      <p:sp>
        <p:nvSpPr>
          <p:cNvPr id="1515" name="Google Shape;1515;p100"/>
          <p:cNvSpPr txBox="1"/>
          <p:nvPr>
            <p:ph idx="1" type="body"/>
          </p:nvPr>
        </p:nvSpPr>
        <p:spPr>
          <a:xfrm>
            <a:off x="6006025" y="1514925"/>
            <a:ext cx="3000000" cy="318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Submit a job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ED631C"/>
              </a:buClr>
              <a:buSzPts val="1300"/>
              <a:buChar char="▪"/>
            </a:pPr>
            <a:r>
              <a:rPr lang="en" sz="1300">
                <a:solidFill>
                  <a:srgbClr val="ED631C"/>
                </a:solidFill>
              </a:rPr>
              <a:t>qsub </a:t>
            </a:r>
            <a:r>
              <a:rPr lang="en" sz="1300"/>
              <a:t>script.</a:t>
            </a:r>
            <a:r>
              <a:rPr lang="en" sz="1300">
                <a:solidFill>
                  <a:srgbClr val="ED631C"/>
                </a:solidFill>
              </a:rPr>
              <a:t>pbs</a:t>
            </a:r>
            <a:br>
              <a:rPr lang="en" sz="1300">
                <a:solidFill>
                  <a:srgbClr val="ED631C"/>
                </a:solidFill>
              </a:rPr>
            </a:br>
            <a:r>
              <a:rPr lang="en" sz="1300">
                <a:solidFill>
                  <a:srgbClr val="ED631C"/>
                </a:solidFill>
              </a:rPr>
              <a:t>	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Cancel a job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qdel</a:t>
            </a:r>
            <a:br>
              <a:rPr lang="en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ist jobs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qstat</a:t>
            </a:r>
            <a:br>
              <a:rPr lang="en" sz="1300"/>
            </a:br>
            <a:br>
              <a:rPr lang="en" sz="1300"/>
            </a:br>
            <a:br>
              <a:rPr lang="en" sz="1300"/>
            </a:br>
            <a:br>
              <a:rPr lang="en" sz="1300"/>
            </a:br>
            <a:endParaRPr sz="1300"/>
          </a:p>
        </p:txBody>
      </p:sp>
      <p:sp>
        <p:nvSpPr>
          <p:cNvPr id="1516" name="Google Shape;1516;p100"/>
          <p:cNvSpPr txBox="1"/>
          <p:nvPr>
            <p:ph idx="1" type="body"/>
          </p:nvPr>
        </p:nvSpPr>
        <p:spPr>
          <a:xfrm>
            <a:off x="3270675" y="1514925"/>
            <a:ext cx="2826900" cy="310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Submit a job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>
                <a:solidFill>
                  <a:srgbClr val="ED631C"/>
                </a:solidFill>
              </a:rPr>
              <a:t>sbatch </a:t>
            </a:r>
            <a:r>
              <a:rPr lang="en" sz="1300"/>
              <a:t>script.</a:t>
            </a:r>
            <a:r>
              <a:rPr lang="en" sz="1300">
                <a:solidFill>
                  <a:srgbClr val="ED631C"/>
                </a:solidFill>
              </a:rPr>
              <a:t>sh</a:t>
            </a:r>
            <a:br>
              <a:rPr lang="en" sz="1300">
                <a:solidFill>
                  <a:srgbClr val="ED631C"/>
                </a:solidFill>
              </a:rPr>
            </a:br>
            <a:endParaRPr sz="1300">
              <a:solidFill>
                <a:srgbClr val="ED631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Cancel a job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scancel &lt;id&gt;</a:t>
            </a:r>
            <a:br>
              <a:rPr lang="en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L</a:t>
            </a:r>
            <a:r>
              <a:rPr lang="en" sz="1300"/>
              <a:t>ist jobs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s</a:t>
            </a:r>
            <a:r>
              <a:rPr lang="en" sz="1300"/>
              <a:t>queue</a:t>
            </a:r>
            <a:endParaRPr sz="13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01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managers</a:t>
            </a:r>
            <a:endParaRPr/>
          </a:p>
        </p:txBody>
      </p:sp>
      <p:sp>
        <p:nvSpPr>
          <p:cNvPr id="1522" name="Google Shape;1522;p101"/>
          <p:cNvSpPr/>
          <p:nvPr/>
        </p:nvSpPr>
        <p:spPr>
          <a:xfrm>
            <a:off x="3303150" y="1524000"/>
            <a:ext cx="173400" cy="3038400"/>
          </a:xfrm>
          <a:prstGeom prst="leftBrace">
            <a:avLst>
              <a:gd fmla="val 50000" name="adj1"/>
              <a:gd fmla="val 4138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01"/>
          <p:cNvSpPr txBox="1"/>
          <p:nvPr>
            <p:ph idx="1" type="body"/>
          </p:nvPr>
        </p:nvSpPr>
        <p:spPr>
          <a:xfrm>
            <a:off x="628650" y="963225"/>
            <a:ext cx="28269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 vs Torque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#SBATCH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>
                <a:solidFill>
                  <a:schemeClr val="dk2"/>
                </a:solidFill>
              </a:rPr>
              <a:t>#PBS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Common tasks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Cancel a job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Scancel &lt;id&gt;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qdel &lt;id&gt;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 sz="1500"/>
              <a:t>List Jobs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qstat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▪"/>
            </a:pPr>
            <a:r>
              <a:rPr lang="en" sz="1500"/>
              <a:t>squeue</a:t>
            </a:r>
            <a:endParaRPr sz="1500"/>
          </a:p>
        </p:txBody>
      </p:sp>
      <p:sp>
        <p:nvSpPr>
          <p:cNvPr id="1524" name="Google Shape;1524;p101"/>
          <p:cNvSpPr txBox="1"/>
          <p:nvPr>
            <p:ph idx="1" type="body"/>
          </p:nvPr>
        </p:nvSpPr>
        <p:spPr>
          <a:xfrm>
            <a:off x="4572000" y="797725"/>
            <a:ext cx="7524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Slurm</a:t>
            </a:r>
            <a:endParaRPr sz="1500"/>
          </a:p>
        </p:txBody>
      </p:sp>
      <p:cxnSp>
        <p:nvCxnSpPr>
          <p:cNvPr id="1525" name="Google Shape;1525;p101"/>
          <p:cNvCxnSpPr/>
          <p:nvPr/>
        </p:nvCxnSpPr>
        <p:spPr>
          <a:xfrm flipH="1" rot="10800000">
            <a:off x="4095750" y="1200075"/>
            <a:ext cx="4619700" cy="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6" name="Google Shape;1526;p101"/>
          <p:cNvSpPr txBox="1"/>
          <p:nvPr>
            <p:ph idx="1" type="body"/>
          </p:nvPr>
        </p:nvSpPr>
        <p:spPr>
          <a:xfrm>
            <a:off x="7162800" y="797725"/>
            <a:ext cx="1085700" cy="3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Torque</a:t>
            </a:r>
            <a:endParaRPr sz="1500"/>
          </a:p>
        </p:txBody>
      </p:sp>
      <p:sp>
        <p:nvSpPr>
          <p:cNvPr id="1527" name="Google Shape;1527;p101"/>
          <p:cNvSpPr txBox="1"/>
          <p:nvPr>
            <p:ph idx="1" type="body"/>
          </p:nvPr>
        </p:nvSpPr>
        <p:spPr>
          <a:xfrm>
            <a:off x="6006025" y="1514925"/>
            <a:ext cx="3000000" cy="318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Submit a job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qsub script.pbs</a:t>
            </a:r>
            <a:br>
              <a:rPr lang="en" sz="1300">
                <a:solidFill>
                  <a:srgbClr val="ED631C"/>
                </a:solidFill>
              </a:rPr>
            </a:br>
            <a:r>
              <a:rPr lang="en" sz="1300">
                <a:solidFill>
                  <a:srgbClr val="ED631C"/>
                </a:solidFill>
              </a:rPr>
              <a:t>	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Cancel a job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qdel</a:t>
            </a:r>
            <a:br>
              <a:rPr lang="en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▪"/>
            </a:pPr>
            <a:r>
              <a:rPr lang="en" sz="1300">
                <a:solidFill>
                  <a:schemeClr val="lt1"/>
                </a:solidFill>
              </a:rPr>
              <a:t>ist jobs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qstat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Status possible:</a:t>
            </a:r>
            <a:endParaRPr sz="13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1E64C8"/>
                </a:solidFill>
              </a:rPr>
              <a:t>R: running</a:t>
            </a:r>
            <a:endParaRPr i="1" sz="1300">
              <a:solidFill>
                <a:srgbClr val="1E64C8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1E64C8"/>
                </a:solidFill>
              </a:rPr>
              <a:t>C: completed</a:t>
            </a:r>
            <a:endParaRPr i="1" sz="1300">
              <a:solidFill>
                <a:srgbClr val="1E64C8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S: suspended</a:t>
            </a:r>
            <a:br>
              <a:rPr lang="en" sz="1300"/>
            </a:br>
            <a:r>
              <a:rPr lang="en" sz="1300"/>
              <a:t>Q: queued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E: exiting</a:t>
            </a:r>
            <a:br>
              <a:rPr i="1" lang="en" sz="1300">
                <a:solidFill>
                  <a:srgbClr val="1E64C8"/>
                </a:solidFill>
              </a:rPr>
            </a:br>
            <a:br>
              <a:rPr lang="en" sz="1300"/>
            </a:br>
            <a:br>
              <a:rPr lang="en" sz="1300"/>
            </a:br>
            <a:br>
              <a:rPr lang="en" sz="1300"/>
            </a:br>
            <a:br>
              <a:rPr lang="en" sz="1300"/>
            </a:br>
            <a:br>
              <a:rPr lang="en" sz="1300"/>
            </a:br>
            <a:endParaRPr sz="1300"/>
          </a:p>
        </p:txBody>
      </p:sp>
      <p:sp>
        <p:nvSpPr>
          <p:cNvPr id="1528" name="Google Shape;1528;p101"/>
          <p:cNvSpPr txBox="1"/>
          <p:nvPr>
            <p:ph idx="1" type="body"/>
          </p:nvPr>
        </p:nvSpPr>
        <p:spPr>
          <a:xfrm>
            <a:off x="3270675" y="1514925"/>
            <a:ext cx="2826900" cy="310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Submit a job</a:t>
            </a:r>
            <a:endParaRPr sz="1300">
              <a:solidFill>
                <a:srgbClr val="D9D9D9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sbatch script.sh</a:t>
            </a:r>
            <a:br>
              <a:rPr lang="en" sz="1300">
                <a:solidFill>
                  <a:srgbClr val="D9D9D9"/>
                </a:solidFill>
              </a:rPr>
            </a:br>
            <a:endParaRPr sz="1300">
              <a:solidFill>
                <a:srgbClr val="D9D9D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Cancel a job</a:t>
            </a:r>
            <a:endParaRPr sz="1300">
              <a:solidFill>
                <a:srgbClr val="D9D9D9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▪"/>
            </a:pPr>
            <a:r>
              <a:rPr lang="en" sz="1300">
                <a:solidFill>
                  <a:srgbClr val="D9D9D9"/>
                </a:solidFill>
              </a:rPr>
              <a:t>scancel &lt;id&gt;</a:t>
            </a:r>
            <a:br>
              <a:rPr lang="en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 sz="1300"/>
              <a:t>List jobs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squeue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▪"/>
            </a:pPr>
            <a:r>
              <a:rPr lang="en" sz="1300"/>
              <a:t>Status possible: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1E64C8"/>
                </a:solidFill>
              </a:rPr>
              <a:t>R: running</a:t>
            </a:r>
            <a:endParaRPr i="1" sz="1300">
              <a:solidFill>
                <a:srgbClr val="1E64C8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1E64C8"/>
                </a:solidFill>
              </a:rPr>
              <a:t>CD: completed</a:t>
            </a:r>
            <a:endParaRPr i="1" sz="1300">
              <a:solidFill>
                <a:srgbClr val="1E64C8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S: suspended</a:t>
            </a:r>
            <a:br>
              <a:rPr lang="en" sz="1300"/>
            </a:br>
            <a:r>
              <a:rPr lang="en" sz="1300"/>
              <a:t>PD: pending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CG: completing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529" name="Google Shape;1529;p101"/>
          <p:cNvSpPr txBox="1"/>
          <p:nvPr>
            <p:ph idx="1" type="body"/>
          </p:nvPr>
        </p:nvSpPr>
        <p:spPr>
          <a:xfrm>
            <a:off x="978400" y="4398275"/>
            <a:ext cx="2921400" cy="61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seff &lt;jobID&gt;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Slurm_jobinfo &lt;jobID&gt;</a:t>
            </a:r>
            <a:endParaRPr sz="18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02"/>
          <p:cNvSpPr txBox="1"/>
          <p:nvPr>
            <p:ph idx="1" type="body"/>
          </p:nvPr>
        </p:nvSpPr>
        <p:spPr>
          <a:xfrm>
            <a:off x="2081050" y="1495725"/>
            <a:ext cx="5843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Connect cmd-line</a:t>
            </a:r>
            <a:endParaRPr/>
          </a:p>
        </p:txBody>
      </p:sp>
      <p:sp>
        <p:nvSpPr>
          <p:cNvPr id="1535" name="Google Shape;1535;p102"/>
          <p:cNvSpPr txBox="1"/>
          <p:nvPr>
            <p:ph idx="2" type="body"/>
          </p:nvPr>
        </p:nvSpPr>
        <p:spPr>
          <a:xfrm>
            <a:off x="432720" y="1876250"/>
            <a:ext cx="152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HPC</a:t>
            </a:r>
            <a:endParaRPr sz="5000"/>
          </a:p>
        </p:txBody>
      </p:sp>
      <p:cxnSp>
        <p:nvCxnSpPr>
          <p:cNvPr id="1536" name="Google Shape;1536;p102"/>
          <p:cNvCxnSpPr/>
          <p:nvPr/>
        </p:nvCxnSpPr>
        <p:spPr>
          <a:xfrm>
            <a:off x="2018315" y="1594622"/>
            <a:ext cx="0" cy="1954200"/>
          </a:xfrm>
          <a:prstGeom prst="straightConnector1">
            <a:avLst/>
          </a:prstGeom>
          <a:noFill/>
          <a:ln cap="flat" cmpd="sng" w="19050">
            <a:solidFill>
              <a:srgbClr val="617F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03"/>
          <p:cNvSpPr txBox="1"/>
          <p:nvPr>
            <p:ph type="title"/>
          </p:nvPr>
        </p:nvSpPr>
        <p:spPr>
          <a:xfrm>
            <a:off x="628650" y="547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</a:pPr>
            <a:r>
              <a:rPr lang="en"/>
              <a:t>Access from WSL/LINUX terminal</a:t>
            </a:r>
            <a:endParaRPr/>
          </a:p>
        </p:txBody>
      </p:sp>
      <p:sp>
        <p:nvSpPr>
          <p:cNvPr id="1542" name="Google Shape;1542;p103"/>
          <p:cNvSpPr txBox="1"/>
          <p:nvPr>
            <p:ph idx="1" type="body"/>
          </p:nvPr>
        </p:nvSpPr>
        <p:spPr>
          <a:xfrm>
            <a:off x="628650" y="963216"/>
            <a:ext cx="7886700" cy="3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"/>
              <a:t>Log in</a:t>
            </a:r>
            <a:br>
              <a:rPr lang="en"/>
            </a:br>
            <a:endParaRPr/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ssh 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vsc</a:t>
            </a:r>
            <a:r>
              <a:rPr lang="en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00000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@login.</a:t>
            </a:r>
            <a:r>
              <a:rPr lang="en" sz="1800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hpc.</a:t>
            </a:r>
            <a:r>
              <a:rPr lang="en" sz="1800" u="sng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kuleuven</a:t>
            </a:r>
            <a:r>
              <a:rPr lang="en" sz="1800">
                <a:solidFill>
                  <a:srgbClr val="222832"/>
                </a:solidFill>
                <a:latin typeface="Arial"/>
                <a:ea typeface="Arial"/>
                <a:cs typeface="Arial"/>
                <a:sym typeface="Arial"/>
              </a:rPr>
              <a:t>.be</a:t>
            </a:r>
            <a:endParaRPr sz="1800">
              <a:solidFill>
                <a:srgbClr val="222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ssh 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vsc</a:t>
            </a:r>
            <a:r>
              <a:rPr lang="en" sz="1150">
                <a:solidFill>
                  <a:srgbClr val="49494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47776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@login.h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pc.</a:t>
            </a:r>
            <a:r>
              <a:rPr lang="en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ugent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.be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▪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ssh -p 2022 </a:t>
            </a:r>
            <a:r>
              <a:rPr lang="en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firstname.lastname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@compute.vib.be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103"/>
          <p:cNvSpPr txBox="1"/>
          <p:nvPr/>
        </p:nvSpPr>
        <p:spPr>
          <a:xfrm>
            <a:off x="9435800" y="1448850"/>
            <a:ext cx="659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3"/>
              </a:rPr>
              <a:t>https://account.vscentrum.be/django//</a:t>
            </a:r>
            <a:r>
              <a:rPr lang="en" sz="900"/>
              <a:t> </a:t>
            </a:r>
            <a:endParaRPr sz="900"/>
          </a:p>
        </p:txBody>
      </p:sp>
      <p:sp>
        <p:nvSpPr>
          <p:cNvPr id="1544" name="Google Shape;1544;p103"/>
          <p:cNvSpPr/>
          <p:nvPr/>
        </p:nvSpPr>
        <p:spPr>
          <a:xfrm>
            <a:off x="9435800" y="2087100"/>
            <a:ext cx="1850400" cy="32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103"/>
          <p:cNvSpPr txBox="1"/>
          <p:nvPr/>
        </p:nvSpPr>
        <p:spPr>
          <a:xfrm>
            <a:off x="4174600" y="3986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It can take some time to be active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04"/>
          <p:cNvSpPr txBox="1"/>
          <p:nvPr>
            <p:ph type="title"/>
          </p:nvPr>
        </p:nvSpPr>
        <p:spPr>
          <a:xfrm>
            <a:off x="593997" y="1654865"/>
            <a:ext cx="42120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rebuchet MS"/>
              <a:buNone/>
            </a:pPr>
            <a:r>
              <a:rPr lang="en"/>
              <a:t>Bruna Piereck</a:t>
            </a:r>
            <a:endParaRPr/>
          </a:p>
        </p:txBody>
      </p:sp>
      <p:sp>
        <p:nvSpPr>
          <p:cNvPr id="1551" name="Google Shape;1551;p104"/>
          <p:cNvSpPr txBox="1"/>
          <p:nvPr>
            <p:ph idx="1" type="body"/>
          </p:nvPr>
        </p:nvSpPr>
        <p:spPr>
          <a:xfrm>
            <a:off x="593997" y="4642187"/>
            <a:ext cx="4212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52" name="Google Shape;1552;p104"/>
          <p:cNvSpPr txBox="1"/>
          <p:nvPr>
            <p:ph idx="3" type="body"/>
          </p:nvPr>
        </p:nvSpPr>
        <p:spPr>
          <a:xfrm>
            <a:off x="594122" y="3776663"/>
            <a:ext cx="42123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53" name="Google Shape;1553;p104"/>
          <p:cNvSpPr txBox="1"/>
          <p:nvPr>
            <p:ph idx="4" type="body"/>
          </p:nvPr>
        </p:nvSpPr>
        <p:spPr>
          <a:xfrm>
            <a:off x="593998" y="3200400"/>
            <a:ext cx="42126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bruna.piereckmoura@vib.be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05"/>
          <p:cNvGrpSpPr/>
          <p:nvPr/>
        </p:nvGrpSpPr>
        <p:grpSpPr>
          <a:xfrm>
            <a:off x="5795995" y="639461"/>
            <a:ext cx="868492" cy="868313"/>
            <a:chOff x="6246746" y="852615"/>
            <a:chExt cx="1157989" cy="1157751"/>
          </a:xfrm>
        </p:grpSpPr>
        <p:sp>
          <p:nvSpPr>
            <p:cNvPr id="1559" name="Google Shape;1559;p105"/>
            <p:cNvSpPr/>
            <p:nvPr/>
          </p:nvSpPr>
          <p:spPr>
            <a:xfrm>
              <a:off x="6246984" y="852615"/>
              <a:ext cx="1157751" cy="1157751"/>
            </a:xfrm>
            <a:prstGeom prst="rect">
              <a:avLst/>
            </a:prstGeom>
            <a:solidFill>
              <a:srgbClr val="E82E4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60" name="Google Shape;1560;p105"/>
            <p:cNvSpPr txBox="1"/>
            <p:nvPr/>
          </p:nvSpPr>
          <p:spPr>
            <a:xfrm>
              <a:off x="6246746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Cherry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#E83050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232, 48, 80</a:t>
              </a:r>
              <a:endParaRPr sz="1100"/>
            </a:p>
          </p:txBody>
        </p:sp>
      </p:grpSp>
      <p:grpSp>
        <p:nvGrpSpPr>
          <p:cNvPr id="1561" name="Google Shape;1561;p105"/>
          <p:cNvGrpSpPr/>
          <p:nvPr/>
        </p:nvGrpSpPr>
        <p:grpSpPr>
          <a:xfrm>
            <a:off x="8006441" y="639461"/>
            <a:ext cx="868314" cy="868313"/>
            <a:chOff x="7724864" y="852615"/>
            <a:chExt cx="1157752" cy="1157751"/>
          </a:xfrm>
        </p:grpSpPr>
        <p:sp>
          <p:nvSpPr>
            <p:cNvPr id="1562" name="Google Shape;1562;p105"/>
            <p:cNvSpPr/>
            <p:nvPr/>
          </p:nvSpPr>
          <p:spPr>
            <a:xfrm>
              <a:off x="7724865" y="852615"/>
              <a:ext cx="1157751" cy="1157751"/>
            </a:xfrm>
            <a:prstGeom prst="rect">
              <a:avLst/>
            </a:prstGeom>
            <a:solidFill>
              <a:srgbClr val="FBB60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63" name="Google Shape;1563;p105"/>
            <p:cNvSpPr txBox="1"/>
            <p:nvPr/>
          </p:nvSpPr>
          <p:spPr>
            <a:xfrm>
              <a:off x="7724864" y="923659"/>
              <a:ext cx="1157751" cy="507831"/>
            </a:xfrm>
            <a:prstGeom prst="rect">
              <a:avLst/>
            </a:prstGeom>
            <a:solidFill>
              <a:srgbClr val="FBB60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Yellow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#F9B418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249, 180, 24</a:t>
              </a:r>
              <a:endParaRPr sz="1100"/>
            </a:p>
          </p:txBody>
        </p:sp>
      </p:grpSp>
      <p:grpSp>
        <p:nvGrpSpPr>
          <p:cNvPr id="1564" name="Google Shape;1564;p105"/>
          <p:cNvGrpSpPr/>
          <p:nvPr/>
        </p:nvGrpSpPr>
        <p:grpSpPr>
          <a:xfrm>
            <a:off x="6887456" y="639461"/>
            <a:ext cx="875163" cy="868313"/>
            <a:chOff x="9193612" y="852615"/>
            <a:chExt cx="1166884" cy="1157751"/>
          </a:xfrm>
        </p:grpSpPr>
        <p:sp>
          <p:nvSpPr>
            <p:cNvPr id="1565" name="Google Shape;1565;p105"/>
            <p:cNvSpPr/>
            <p:nvPr/>
          </p:nvSpPr>
          <p:spPr>
            <a:xfrm>
              <a:off x="9202745" y="852615"/>
              <a:ext cx="1157751" cy="1157751"/>
            </a:xfrm>
            <a:prstGeom prst="rect">
              <a:avLst/>
            </a:prstGeom>
            <a:solidFill>
              <a:srgbClr val="00A0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66" name="Google Shape;1566;p105"/>
            <p:cNvSpPr txBox="1"/>
            <p:nvPr/>
          </p:nvSpPr>
          <p:spPr>
            <a:xfrm>
              <a:off x="9193612" y="923659"/>
              <a:ext cx="1157751" cy="507831"/>
            </a:xfrm>
            <a:prstGeom prst="rect">
              <a:avLst/>
            </a:prstGeom>
            <a:solidFill>
              <a:srgbClr val="00A04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Green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#00A14A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0, 161, 74</a:t>
              </a:r>
              <a:endParaRPr sz="1100"/>
            </a:p>
          </p:txBody>
        </p:sp>
      </p:grpSp>
      <p:grpSp>
        <p:nvGrpSpPr>
          <p:cNvPr id="1567" name="Google Shape;1567;p105"/>
          <p:cNvGrpSpPr/>
          <p:nvPr/>
        </p:nvGrpSpPr>
        <p:grpSpPr>
          <a:xfrm>
            <a:off x="4680457" y="639461"/>
            <a:ext cx="885604" cy="868313"/>
            <a:chOff x="10657810" y="852615"/>
            <a:chExt cx="1180805" cy="1157751"/>
          </a:xfrm>
        </p:grpSpPr>
        <p:sp>
          <p:nvSpPr>
            <p:cNvPr id="1568" name="Google Shape;1568;p105"/>
            <p:cNvSpPr/>
            <p:nvPr/>
          </p:nvSpPr>
          <p:spPr>
            <a:xfrm>
              <a:off x="10680864" y="852615"/>
              <a:ext cx="1157751" cy="1157751"/>
            </a:xfrm>
            <a:prstGeom prst="rect">
              <a:avLst/>
            </a:prstGeom>
            <a:solidFill>
              <a:srgbClr val="123F9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69" name="Google Shape;1569;p105"/>
            <p:cNvSpPr txBox="1"/>
            <p:nvPr/>
          </p:nvSpPr>
          <p:spPr>
            <a:xfrm>
              <a:off x="10657810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Blue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#1F448F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31, 68, 143</a:t>
              </a:r>
              <a:endParaRPr sz="1100"/>
            </a:p>
          </p:txBody>
        </p:sp>
      </p:grpSp>
      <p:grpSp>
        <p:nvGrpSpPr>
          <p:cNvPr id="1570" name="Google Shape;1570;p105"/>
          <p:cNvGrpSpPr/>
          <p:nvPr/>
        </p:nvGrpSpPr>
        <p:grpSpPr>
          <a:xfrm>
            <a:off x="5795995" y="1717823"/>
            <a:ext cx="868492" cy="868313"/>
            <a:chOff x="6246746" y="2290431"/>
            <a:chExt cx="1157989" cy="1157751"/>
          </a:xfrm>
        </p:grpSpPr>
        <p:sp>
          <p:nvSpPr>
            <p:cNvPr id="1571" name="Google Shape;1571;p105"/>
            <p:cNvSpPr/>
            <p:nvPr/>
          </p:nvSpPr>
          <p:spPr>
            <a:xfrm>
              <a:off x="6246984" y="2290431"/>
              <a:ext cx="1157751" cy="1157751"/>
            </a:xfrm>
            <a:prstGeom prst="rect">
              <a:avLst/>
            </a:prstGeom>
            <a:solidFill>
              <a:srgbClr val="EC4D6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72" name="Google Shape;1572;p105"/>
            <p:cNvSpPr txBox="1"/>
            <p:nvPr/>
          </p:nvSpPr>
          <p:spPr>
            <a:xfrm>
              <a:off x="6246746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#EC4D6A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236, 77, 106</a:t>
              </a:r>
              <a:endParaRPr sz="1100"/>
            </a:p>
          </p:txBody>
        </p:sp>
      </p:grpSp>
      <p:grpSp>
        <p:nvGrpSpPr>
          <p:cNvPr id="1573" name="Google Shape;1573;p105"/>
          <p:cNvGrpSpPr/>
          <p:nvPr/>
        </p:nvGrpSpPr>
        <p:grpSpPr>
          <a:xfrm>
            <a:off x="8006441" y="1717823"/>
            <a:ext cx="868314" cy="868313"/>
            <a:chOff x="7724864" y="2290431"/>
            <a:chExt cx="1157752" cy="1157751"/>
          </a:xfrm>
        </p:grpSpPr>
        <p:sp>
          <p:nvSpPr>
            <p:cNvPr id="1574" name="Google Shape;1574;p105"/>
            <p:cNvSpPr/>
            <p:nvPr/>
          </p:nvSpPr>
          <p:spPr>
            <a:xfrm>
              <a:off x="7724865" y="2290431"/>
              <a:ext cx="1157751" cy="1157751"/>
            </a:xfrm>
            <a:prstGeom prst="rect">
              <a:avLst/>
            </a:prstGeom>
            <a:solidFill>
              <a:srgbClr val="FCC84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75" name="Google Shape;1575;p105"/>
            <p:cNvSpPr txBox="1"/>
            <p:nvPr/>
          </p:nvSpPr>
          <p:spPr>
            <a:xfrm>
              <a:off x="7724864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#FCC747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252, 199, 71</a:t>
              </a:r>
              <a:endParaRPr sz="1100"/>
            </a:p>
          </p:txBody>
        </p:sp>
      </p:grpSp>
      <p:grpSp>
        <p:nvGrpSpPr>
          <p:cNvPr id="1576" name="Google Shape;1576;p105"/>
          <p:cNvGrpSpPr/>
          <p:nvPr/>
        </p:nvGrpSpPr>
        <p:grpSpPr>
          <a:xfrm>
            <a:off x="6887456" y="1717823"/>
            <a:ext cx="875163" cy="868313"/>
            <a:chOff x="9193612" y="2290431"/>
            <a:chExt cx="1166884" cy="1157751"/>
          </a:xfrm>
        </p:grpSpPr>
        <p:sp>
          <p:nvSpPr>
            <p:cNvPr id="1577" name="Google Shape;1577;p105"/>
            <p:cNvSpPr/>
            <p:nvPr/>
          </p:nvSpPr>
          <p:spPr>
            <a:xfrm>
              <a:off x="9202745" y="2290431"/>
              <a:ext cx="1157751" cy="1157751"/>
            </a:xfrm>
            <a:prstGeom prst="rect">
              <a:avLst/>
            </a:prstGeom>
            <a:solidFill>
              <a:srgbClr val="24AF5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78" name="Google Shape;1578;p105"/>
            <p:cNvSpPr txBox="1"/>
            <p:nvPr/>
          </p:nvSpPr>
          <p:spPr>
            <a:xfrm>
              <a:off x="9193612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#1AAF5E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26, 175, 94</a:t>
              </a:r>
              <a:endParaRPr sz="1100"/>
            </a:p>
          </p:txBody>
        </p:sp>
      </p:grpSp>
      <p:grpSp>
        <p:nvGrpSpPr>
          <p:cNvPr id="1579" name="Google Shape;1579;p105"/>
          <p:cNvGrpSpPr/>
          <p:nvPr/>
        </p:nvGrpSpPr>
        <p:grpSpPr>
          <a:xfrm>
            <a:off x="4680457" y="1717823"/>
            <a:ext cx="885604" cy="868313"/>
            <a:chOff x="10657810" y="2290431"/>
            <a:chExt cx="1180805" cy="1157751"/>
          </a:xfrm>
        </p:grpSpPr>
        <p:sp>
          <p:nvSpPr>
            <p:cNvPr id="1580" name="Google Shape;1580;p105"/>
            <p:cNvSpPr/>
            <p:nvPr/>
          </p:nvSpPr>
          <p:spPr>
            <a:xfrm>
              <a:off x="10680864" y="2290431"/>
              <a:ext cx="1157751" cy="1157751"/>
            </a:xfrm>
            <a:prstGeom prst="rect">
              <a:avLst/>
            </a:prstGeom>
            <a:solidFill>
              <a:srgbClr val="29529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81" name="Google Shape;1581;p105"/>
            <p:cNvSpPr txBox="1"/>
            <p:nvPr/>
          </p:nvSpPr>
          <p:spPr>
            <a:xfrm>
              <a:off x="10657810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#24539F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36, 83, 159</a:t>
              </a:r>
              <a:endParaRPr sz="1100"/>
            </a:p>
          </p:txBody>
        </p:sp>
      </p:grpSp>
      <p:grpSp>
        <p:nvGrpSpPr>
          <p:cNvPr id="1582" name="Google Shape;1582;p105"/>
          <p:cNvGrpSpPr/>
          <p:nvPr/>
        </p:nvGrpSpPr>
        <p:grpSpPr>
          <a:xfrm>
            <a:off x="5795995" y="2796185"/>
            <a:ext cx="868492" cy="868313"/>
            <a:chOff x="6246746" y="3728247"/>
            <a:chExt cx="1157989" cy="1157751"/>
          </a:xfrm>
        </p:grpSpPr>
        <p:sp>
          <p:nvSpPr>
            <p:cNvPr id="1583" name="Google Shape;1583;p105"/>
            <p:cNvSpPr/>
            <p:nvPr/>
          </p:nvSpPr>
          <p:spPr>
            <a:xfrm>
              <a:off x="6246984" y="3728247"/>
              <a:ext cx="1157751" cy="1157751"/>
            </a:xfrm>
            <a:prstGeom prst="rect">
              <a:avLst/>
            </a:prstGeom>
            <a:solidFill>
              <a:srgbClr val="F6AAB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84" name="Google Shape;1584;p105"/>
            <p:cNvSpPr txBox="1"/>
            <p:nvPr/>
          </p:nvSpPr>
          <p:spPr>
            <a:xfrm>
              <a:off x="6246746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#F6AAB9</a:t>
              </a:r>
              <a:endParaRPr b="0" i="0" sz="7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246, 170, 185</a:t>
              </a:r>
              <a:endParaRPr sz="1100"/>
            </a:p>
          </p:txBody>
        </p:sp>
      </p:grpSp>
      <p:grpSp>
        <p:nvGrpSpPr>
          <p:cNvPr id="1585" name="Google Shape;1585;p105"/>
          <p:cNvGrpSpPr/>
          <p:nvPr/>
        </p:nvGrpSpPr>
        <p:grpSpPr>
          <a:xfrm>
            <a:off x="8006441" y="2796185"/>
            <a:ext cx="868314" cy="868313"/>
            <a:chOff x="7724864" y="3728247"/>
            <a:chExt cx="1157752" cy="1157751"/>
          </a:xfrm>
        </p:grpSpPr>
        <p:sp>
          <p:nvSpPr>
            <p:cNvPr id="1586" name="Google Shape;1586;p105"/>
            <p:cNvSpPr/>
            <p:nvPr/>
          </p:nvSpPr>
          <p:spPr>
            <a:xfrm>
              <a:off x="7724865" y="3728247"/>
              <a:ext cx="1157751" cy="1157751"/>
            </a:xfrm>
            <a:prstGeom prst="rect">
              <a:avLst/>
            </a:prstGeom>
            <a:solidFill>
              <a:srgbClr val="FEE29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87" name="Google Shape;1587;p105"/>
            <p:cNvSpPr txBox="1"/>
            <p:nvPr/>
          </p:nvSpPr>
          <p:spPr>
            <a:xfrm>
              <a:off x="7724864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#FCE39B</a:t>
              </a:r>
              <a:endParaRPr b="0" i="0" sz="700" u="none" cap="none" strike="noStrike">
                <a:solidFill>
                  <a:srgbClr val="FBB6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252, 227, 155</a:t>
              </a:r>
              <a:endParaRPr sz="1100"/>
            </a:p>
          </p:txBody>
        </p:sp>
      </p:grpSp>
      <p:grpSp>
        <p:nvGrpSpPr>
          <p:cNvPr id="1588" name="Google Shape;1588;p105"/>
          <p:cNvGrpSpPr/>
          <p:nvPr/>
        </p:nvGrpSpPr>
        <p:grpSpPr>
          <a:xfrm>
            <a:off x="6887456" y="2796185"/>
            <a:ext cx="875163" cy="868313"/>
            <a:chOff x="9193612" y="3728247"/>
            <a:chExt cx="1166884" cy="1157751"/>
          </a:xfrm>
        </p:grpSpPr>
        <p:sp>
          <p:nvSpPr>
            <p:cNvPr id="1589" name="Google Shape;1589;p105"/>
            <p:cNvSpPr/>
            <p:nvPr/>
          </p:nvSpPr>
          <p:spPr>
            <a:xfrm>
              <a:off x="9202745" y="3728247"/>
              <a:ext cx="1157751" cy="1157751"/>
            </a:xfrm>
            <a:prstGeom prst="rect">
              <a:avLst/>
            </a:prstGeom>
            <a:solidFill>
              <a:srgbClr val="9AD9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90" name="Google Shape;1590;p105"/>
            <p:cNvSpPr txBox="1"/>
            <p:nvPr/>
          </p:nvSpPr>
          <p:spPr>
            <a:xfrm>
              <a:off x="9193612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#9BD3B3</a:t>
              </a:r>
              <a:endParaRPr b="0" i="0" sz="700" u="none" cap="none" strike="noStrike">
                <a:solidFill>
                  <a:srgbClr val="00A04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155, 211, 179</a:t>
              </a:r>
              <a:endParaRPr sz="1100"/>
            </a:p>
          </p:txBody>
        </p:sp>
      </p:grpSp>
      <p:grpSp>
        <p:nvGrpSpPr>
          <p:cNvPr id="1591" name="Google Shape;1591;p105"/>
          <p:cNvGrpSpPr/>
          <p:nvPr/>
        </p:nvGrpSpPr>
        <p:grpSpPr>
          <a:xfrm>
            <a:off x="4680457" y="2796185"/>
            <a:ext cx="885604" cy="868313"/>
            <a:chOff x="10657810" y="3728247"/>
            <a:chExt cx="1180805" cy="1157751"/>
          </a:xfrm>
        </p:grpSpPr>
        <p:sp>
          <p:nvSpPr>
            <p:cNvPr id="1592" name="Google Shape;1592;p105"/>
            <p:cNvSpPr/>
            <p:nvPr/>
          </p:nvSpPr>
          <p:spPr>
            <a:xfrm>
              <a:off x="10680864" y="3728247"/>
              <a:ext cx="1157751" cy="1157751"/>
            </a:xfrm>
            <a:prstGeom prst="rect">
              <a:avLst/>
            </a:prstGeom>
            <a:solidFill>
              <a:srgbClr val="A0B2D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93" name="Google Shape;1593;p105"/>
            <p:cNvSpPr txBox="1"/>
            <p:nvPr/>
          </p:nvSpPr>
          <p:spPr>
            <a:xfrm>
              <a:off x="10657810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#A1B2D5</a:t>
              </a:r>
              <a:endParaRPr b="0" i="0" sz="700" u="none" cap="none" strike="noStrike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161, 178, 213</a:t>
              </a:r>
              <a:endParaRPr sz="1100"/>
            </a:p>
          </p:txBody>
        </p:sp>
      </p:grpSp>
      <p:grpSp>
        <p:nvGrpSpPr>
          <p:cNvPr id="1594" name="Google Shape;1594;p105"/>
          <p:cNvGrpSpPr/>
          <p:nvPr/>
        </p:nvGrpSpPr>
        <p:grpSpPr>
          <a:xfrm>
            <a:off x="5795995" y="3874547"/>
            <a:ext cx="868492" cy="868313"/>
            <a:chOff x="6246746" y="5166063"/>
            <a:chExt cx="1157989" cy="1157751"/>
          </a:xfrm>
        </p:grpSpPr>
        <p:sp>
          <p:nvSpPr>
            <p:cNvPr id="1595" name="Google Shape;1595;p105"/>
            <p:cNvSpPr/>
            <p:nvPr/>
          </p:nvSpPr>
          <p:spPr>
            <a:xfrm>
              <a:off x="6246984" y="5166063"/>
              <a:ext cx="1157751" cy="1157751"/>
            </a:xfrm>
            <a:prstGeom prst="rect">
              <a:avLst/>
            </a:prstGeom>
            <a:solidFill>
              <a:srgbClr val="FDE3E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96" name="Google Shape;1596;p105"/>
            <p:cNvSpPr txBox="1"/>
            <p:nvPr/>
          </p:nvSpPr>
          <p:spPr>
            <a:xfrm>
              <a:off x="6246746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#FCE3E6</a:t>
              </a:r>
              <a:endParaRPr b="0" i="0" sz="700" u="none" cap="none" strike="noStrike">
                <a:solidFill>
                  <a:srgbClr val="E82E4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2E4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82E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252, 227, 230</a:t>
              </a:r>
              <a:endParaRPr sz="1100"/>
            </a:p>
          </p:txBody>
        </p:sp>
      </p:grpSp>
      <p:grpSp>
        <p:nvGrpSpPr>
          <p:cNvPr id="1597" name="Google Shape;1597;p105"/>
          <p:cNvGrpSpPr/>
          <p:nvPr/>
        </p:nvGrpSpPr>
        <p:grpSpPr>
          <a:xfrm>
            <a:off x="8006441" y="3874547"/>
            <a:ext cx="868314" cy="868313"/>
            <a:chOff x="7724864" y="5166063"/>
            <a:chExt cx="1157752" cy="1157751"/>
          </a:xfrm>
        </p:grpSpPr>
        <p:sp>
          <p:nvSpPr>
            <p:cNvPr id="1598" name="Google Shape;1598;p105"/>
            <p:cNvSpPr/>
            <p:nvPr/>
          </p:nvSpPr>
          <p:spPr>
            <a:xfrm>
              <a:off x="7724865" y="5166063"/>
              <a:ext cx="1157751" cy="1157751"/>
            </a:xfrm>
            <a:prstGeom prst="rect">
              <a:avLst/>
            </a:prstGeom>
            <a:solidFill>
              <a:srgbClr val="FEF4C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99" name="Google Shape;1599;p105"/>
            <p:cNvSpPr txBox="1"/>
            <p:nvPr/>
          </p:nvSpPr>
          <p:spPr>
            <a:xfrm>
              <a:off x="7724864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#FEF4CF</a:t>
              </a:r>
              <a:endParaRPr b="0" i="0" sz="700" u="none" cap="none" strike="noStrike">
                <a:solidFill>
                  <a:srgbClr val="FBB6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BB60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BB6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252, 244, 207</a:t>
              </a:r>
              <a:endParaRPr sz="1100"/>
            </a:p>
          </p:txBody>
        </p:sp>
      </p:grpSp>
      <p:grpSp>
        <p:nvGrpSpPr>
          <p:cNvPr id="1600" name="Google Shape;1600;p105"/>
          <p:cNvGrpSpPr/>
          <p:nvPr/>
        </p:nvGrpSpPr>
        <p:grpSpPr>
          <a:xfrm>
            <a:off x="6887456" y="3874547"/>
            <a:ext cx="875163" cy="868313"/>
            <a:chOff x="9193612" y="5166063"/>
            <a:chExt cx="1166884" cy="1157751"/>
          </a:xfrm>
        </p:grpSpPr>
        <p:sp>
          <p:nvSpPr>
            <p:cNvPr id="1601" name="Google Shape;1601;p105"/>
            <p:cNvSpPr/>
            <p:nvPr/>
          </p:nvSpPr>
          <p:spPr>
            <a:xfrm>
              <a:off x="9202745" y="5166063"/>
              <a:ext cx="1157751" cy="1157751"/>
            </a:xfrm>
            <a:prstGeom prst="rect">
              <a:avLst/>
            </a:prstGeom>
            <a:solidFill>
              <a:srgbClr val="D2EFD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02" name="Google Shape;1602;p105"/>
            <p:cNvSpPr txBox="1"/>
            <p:nvPr/>
          </p:nvSpPr>
          <p:spPr>
            <a:xfrm>
              <a:off x="9193612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#D1EAD9</a:t>
              </a:r>
              <a:endParaRPr b="0" i="0" sz="700" u="none" cap="none" strike="noStrike">
                <a:solidFill>
                  <a:srgbClr val="00A04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042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0A04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209, 234, 217</a:t>
              </a:r>
              <a:endParaRPr sz="1100"/>
            </a:p>
          </p:txBody>
        </p:sp>
      </p:grpSp>
      <p:grpSp>
        <p:nvGrpSpPr>
          <p:cNvPr id="1603" name="Google Shape;1603;p105"/>
          <p:cNvGrpSpPr/>
          <p:nvPr/>
        </p:nvGrpSpPr>
        <p:grpSpPr>
          <a:xfrm>
            <a:off x="4680457" y="3874547"/>
            <a:ext cx="885604" cy="868313"/>
            <a:chOff x="10657810" y="5166063"/>
            <a:chExt cx="1180805" cy="1157751"/>
          </a:xfrm>
        </p:grpSpPr>
        <p:sp>
          <p:nvSpPr>
            <p:cNvPr id="1604" name="Google Shape;1604;p105"/>
            <p:cNvSpPr/>
            <p:nvPr/>
          </p:nvSpPr>
          <p:spPr>
            <a:xfrm>
              <a:off x="10680864" y="5166063"/>
              <a:ext cx="1157751" cy="1157751"/>
            </a:xfrm>
            <a:prstGeom prst="rect">
              <a:avLst/>
            </a:prstGeom>
            <a:solidFill>
              <a:srgbClr val="D4DCE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05" name="Google Shape;1605;p105"/>
            <p:cNvSpPr txBox="1"/>
            <p:nvPr/>
          </p:nvSpPr>
          <p:spPr>
            <a:xfrm>
              <a:off x="10657810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#D5DBEC</a:t>
              </a:r>
              <a:endParaRPr b="0" i="0" sz="700" u="none" cap="none" strike="noStrike">
                <a:solidFill>
                  <a:srgbClr val="123F9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23F93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123F9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213, 219, 236</a:t>
              </a:r>
              <a:endParaRPr sz="1100"/>
            </a:p>
          </p:txBody>
        </p:sp>
      </p:grpSp>
      <p:grpSp>
        <p:nvGrpSpPr>
          <p:cNvPr id="1606" name="Google Shape;1606;p105"/>
          <p:cNvGrpSpPr/>
          <p:nvPr/>
        </p:nvGrpSpPr>
        <p:grpSpPr>
          <a:xfrm>
            <a:off x="1377065" y="640049"/>
            <a:ext cx="868313" cy="868189"/>
            <a:chOff x="376439" y="853399"/>
            <a:chExt cx="1157751" cy="1157586"/>
          </a:xfrm>
        </p:grpSpPr>
        <p:sp>
          <p:nvSpPr>
            <p:cNvPr id="1607" name="Google Shape;1607;p105"/>
            <p:cNvSpPr/>
            <p:nvPr/>
          </p:nvSpPr>
          <p:spPr>
            <a:xfrm>
              <a:off x="376439" y="853399"/>
              <a:ext cx="1157585" cy="1157586"/>
            </a:xfrm>
            <a:prstGeom prst="rect">
              <a:avLst/>
            </a:prstGeom>
            <a:solidFill>
              <a:srgbClr val="ED631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08" name="Google Shape;1608;p105"/>
            <p:cNvSpPr txBox="1"/>
            <p:nvPr/>
          </p:nvSpPr>
          <p:spPr>
            <a:xfrm>
              <a:off x="376439" y="923659"/>
              <a:ext cx="1157751" cy="507831"/>
            </a:xfrm>
            <a:prstGeom prst="rect">
              <a:avLst/>
            </a:prstGeom>
            <a:solidFill>
              <a:srgbClr val="ED631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Orange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#EC6523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236, 101, 35</a:t>
              </a:r>
              <a:endParaRPr sz="1100"/>
            </a:p>
          </p:txBody>
        </p:sp>
      </p:grpSp>
      <p:grpSp>
        <p:nvGrpSpPr>
          <p:cNvPr id="1609" name="Google Shape;1609;p105"/>
          <p:cNvGrpSpPr/>
          <p:nvPr/>
        </p:nvGrpSpPr>
        <p:grpSpPr>
          <a:xfrm>
            <a:off x="277950" y="640049"/>
            <a:ext cx="878753" cy="868189"/>
            <a:chOff x="1840637" y="853399"/>
            <a:chExt cx="1171671" cy="1157586"/>
          </a:xfrm>
        </p:grpSpPr>
        <p:sp>
          <p:nvSpPr>
            <p:cNvPr id="1610" name="Google Shape;1610;p105"/>
            <p:cNvSpPr/>
            <p:nvPr/>
          </p:nvSpPr>
          <p:spPr>
            <a:xfrm>
              <a:off x="1840637" y="853399"/>
              <a:ext cx="1157585" cy="1157586"/>
            </a:xfrm>
            <a:prstGeom prst="rect">
              <a:avLst/>
            </a:prstGeom>
            <a:solidFill>
              <a:srgbClr val="01A2A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1" name="Google Shape;1611;p105"/>
            <p:cNvSpPr txBox="1"/>
            <p:nvPr/>
          </p:nvSpPr>
          <p:spPr>
            <a:xfrm>
              <a:off x="1854557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Aqua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#02A2A7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2, 162, 167</a:t>
              </a:r>
              <a:endParaRPr sz="1100"/>
            </a:p>
          </p:txBody>
        </p:sp>
      </p:grpSp>
      <p:grpSp>
        <p:nvGrpSpPr>
          <p:cNvPr id="1612" name="Google Shape;1612;p105"/>
          <p:cNvGrpSpPr/>
          <p:nvPr/>
        </p:nvGrpSpPr>
        <p:grpSpPr>
          <a:xfrm>
            <a:off x="2478625" y="640049"/>
            <a:ext cx="882167" cy="868189"/>
            <a:chOff x="3304834" y="853399"/>
            <a:chExt cx="1176222" cy="1157586"/>
          </a:xfrm>
        </p:grpSpPr>
        <p:sp>
          <p:nvSpPr>
            <p:cNvPr id="1613" name="Google Shape;1613;p105"/>
            <p:cNvSpPr/>
            <p:nvPr/>
          </p:nvSpPr>
          <p:spPr>
            <a:xfrm>
              <a:off x="3304834" y="853399"/>
              <a:ext cx="1157585" cy="1157586"/>
            </a:xfrm>
            <a:prstGeom prst="rect">
              <a:avLst/>
            </a:prstGeom>
            <a:solidFill>
              <a:srgbClr val="68398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4" name="Google Shape;1614;p105"/>
            <p:cNvSpPr txBox="1"/>
            <p:nvPr/>
          </p:nvSpPr>
          <p:spPr>
            <a:xfrm>
              <a:off x="3323305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Purple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#693A91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105, 58, 145</a:t>
              </a:r>
              <a:endParaRPr sz="1100"/>
            </a:p>
          </p:txBody>
        </p:sp>
      </p:grpSp>
      <p:grpSp>
        <p:nvGrpSpPr>
          <p:cNvPr id="1615" name="Google Shape;1615;p105"/>
          <p:cNvGrpSpPr/>
          <p:nvPr/>
        </p:nvGrpSpPr>
        <p:grpSpPr>
          <a:xfrm>
            <a:off x="3576774" y="640049"/>
            <a:ext cx="882167" cy="868189"/>
            <a:chOff x="4769032" y="853399"/>
            <a:chExt cx="1176222" cy="1157586"/>
          </a:xfrm>
        </p:grpSpPr>
        <p:sp>
          <p:nvSpPr>
            <p:cNvPr id="1616" name="Google Shape;1616;p105"/>
            <p:cNvSpPr/>
            <p:nvPr/>
          </p:nvSpPr>
          <p:spPr>
            <a:xfrm>
              <a:off x="4769032" y="853399"/>
              <a:ext cx="1157585" cy="1157586"/>
            </a:xfrm>
            <a:prstGeom prst="rect">
              <a:avLst/>
            </a:prstGeom>
            <a:solidFill>
              <a:srgbClr val="14274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7" name="Google Shape;1617;p105"/>
            <p:cNvSpPr txBox="1"/>
            <p:nvPr/>
          </p:nvSpPr>
          <p:spPr>
            <a:xfrm>
              <a:off x="4787503" y="923659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Navy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#14274C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20, 39, 76</a:t>
              </a:r>
              <a:endParaRPr sz="1100"/>
            </a:p>
          </p:txBody>
        </p:sp>
      </p:grpSp>
      <p:grpSp>
        <p:nvGrpSpPr>
          <p:cNvPr id="1618" name="Google Shape;1618;p105"/>
          <p:cNvGrpSpPr/>
          <p:nvPr/>
        </p:nvGrpSpPr>
        <p:grpSpPr>
          <a:xfrm>
            <a:off x="1377065" y="1718257"/>
            <a:ext cx="868313" cy="868189"/>
            <a:chOff x="376439" y="2291009"/>
            <a:chExt cx="1157751" cy="1157586"/>
          </a:xfrm>
        </p:grpSpPr>
        <p:sp>
          <p:nvSpPr>
            <p:cNvPr id="1619" name="Google Shape;1619;p105"/>
            <p:cNvSpPr/>
            <p:nvPr/>
          </p:nvSpPr>
          <p:spPr>
            <a:xfrm>
              <a:off x="376439" y="2291009"/>
              <a:ext cx="1157585" cy="1157586"/>
            </a:xfrm>
            <a:prstGeom prst="rect">
              <a:avLst/>
            </a:prstGeom>
            <a:solidFill>
              <a:srgbClr val="E9743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0" name="Google Shape;1620;p105"/>
            <p:cNvSpPr txBox="1"/>
            <p:nvPr/>
          </p:nvSpPr>
          <p:spPr>
            <a:xfrm>
              <a:off x="376439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#EF7739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239, 119, 57</a:t>
              </a:r>
              <a:endParaRPr sz="1100"/>
            </a:p>
          </p:txBody>
        </p:sp>
      </p:grpSp>
      <p:grpSp>
        <p:nvGrpSpPr>
          <p:cNvPr id="1621" name="Google Shape;1621;p105"/>
          <p:cNvGrpSpPr/>
          <p:nvPr/>
        </p:nvGrpSpPr>
        <p:grpSpPr>
          <a:xfrm>
            <a:off x="277950" y="1718257"/>
            <a:ext cx="878753" cy="868189"/>
            <a:chOff x="1840637" y="2291009"/>
            <a:chExt cx="1171671" cy="1157586"/>
          </a:xfrm>
        </p:grpSpPr>
        <p:sp>
          <p:nvSpPr>
            <p:cNvPr id="1622" name="Google Shape;1622;p105"/>
            <p:cNvSpPr/>
            <p:nvPr/>
          </p:nvSpPr>
          <p:spPr>
            <a:xfrm>
              <a:off x="1840637" y="2291009"/>
              <a:ext cx="1157585" cy="1157586"/>
            </a:xfrm>
            <a:prstGeom prst="rect">
              <a:avLst/>
            </a:prstGeom>
            <a:solidFill>
              <a:srgbClr val="31B5B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3" name="Google Shape;1623;p105"/>
            <p:cNvSpPr txBox="1"/>
            <p:nvPr/>
          </p:nvSpPr>
          <p:spPr>
            <a:xfrm>
              <a:off x="1854557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#29B3B8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41, 179, 184</a:t>
              </a:r>
              <a:endParaRPr sz="1100"/>
            </a:p>
          </p:txBody>
        </p:sp>
      </p:grpSp>
      <p:grpSp>
        <p:nvGrpSpPr>
          <p:cNvPr id="1624" name="Google Shape;1624;p105"/>
          <p:cNvGrpSpPr/>
          <p:nvPr/>
        </p:nvGrpSpPr>
        <p:grpSpPr>
          <a:xfrm>
            <a:off x="2478625" y="1718257"/>
            <a:ext cx="882167" cy="868189"/>
            <a:chOff x="3304834" y="2291009"/>
            <a:chExt cx="1176222" cy="1157586"/>
          </a:xfrm>
        </p:grpSpPr>
        <p:sp>
          <p:nvSpPr>
            <p:cNvPr id="1625" name="Google Shape;1625;p105"/>
            <p:cNvSpPr/>
            <p:nvPr/>
          </p:nvSpPr>
          <p:spPr>
            <a:xfrm>
              <a:off x="3304834" y="2291009"/>
              <a:ext cx="1157585" cy="1157586"/>
            </a:xfrm>
            <a:prstGeom prst="rect">
              <a:avLst/>
            </a:prstGeom>
            <a:solidFill>
              <a:srgbClr val="784B9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6" name="Google Shape;1626;p105"/>
            <p:cNvSpPr txBox="1"/>
            <p:nvPr/>
          </p:nvSpPr>
          <p:spPr>
            <a:xfrm>
              <a:off x="3323305" y="2363690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01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#784B9A</a:t>
              </a:r>
              <a:endParaRPr b="0" i="0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120, 75, 154</a:t>
              </a:r>
              <a:endParaRPr sz="1100"/>
            </a:p>
          </p:txBody>
        </p:sp>
      </p:grpSp>
      <p:grpSp>
        <p:nvGrpSpPr>
          <p:cNvPr id="1627" name="Google Shape;1627;p105"/>
          <p:cNvGrpSpPr/>
          <p:nvPr/>
        </p:nvGrpSpPr>
        <p:grpSpPr>
          <a:xfrm>
            <a:off x="1377065" y="2796464"/>
            <a:ext cx="868313" cy="868190"/>
            <a:chOff x="376439" y="3728619"/>
            <a:chExt cx="1157751" cy="1157586"/>
          </a:xfrm>
        </p:grpSpPr>
        <p:sp>
          <p:nvSpPr>
            <p:cNvPr id="1628" name="Google Shape;1628;p105"/>
            <p:cNvSpPr/>
            <p:nvPr/>
          </p:nvSpPr>
          <p:spPr>
            <a:xfrm>
              <a:off x="376439" y="3728619"/>
              <a:ext cx="1157585" cy="1157586"/>
            </a:xfrm>
            <a:prstGeom prst="rect">
              <a:avLst/>
            </a:prstGeom>
            <a:solidFill>
              <a:srgbClr val="F9C1A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9" name="Google Shape;1629;p105"/>
            <p:cNvSpPr txBox="1"/>
            <p:nvPr/>
          </p:nvSpPr>
          <p:spPr>
            <a:xfrm>
              <a:off x="376439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#F7C1A3</a:t>
              </a:r>
              <a:endParaRPr b="0" i="0" sz="700" u="none" cap="none" strike="noStrike">
                <a:solidFill>
                  <a:srgbClr val="ED631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247, 193, 163</a:t>
              </a:r>
              <a:endParaRPr sz="1100"/>
            </a:p>
          </p:txBody>
        </p:sp>
      </p:grpSp>
      <p:grpSp>
        <p:nvGrpSpPr>
          <p:cNvPr id="1630" name="Google Shape;1630;p105"/>
          <p:cNvGrpSpPr/>
          <p:nvPr/>
        </p:nvGrpSpPr>
        <p:grpSpPr>
          <a:xfrm>
            <a:off x="277950" y="2796464"/>
            <a:ext cx="878753" cy="868190"/>
            <a:chOff x="1840637" y="3728619"/>
            <a:chExt cx="1171671" cy="1157586"/>
          </a:xfrm>
        </p:grpSpPr>
        <p:sp>
          <p:nvSpPr>
            <p:cNvPr id="1631" name="Google Shape;1631;p105"/>
            <p:cNvSpPr/>
            <p:nvPr/>
          </p:nvSpPr>
          <p:spPr>
            <a:xfrm>
              <a:off x="1840637" y="3728619"/>
              <a:ext cx="1157585" cy="1157586"/>
            </a:xfrm>
            <a:prstGeom prst="rect">
              <a:avLst/>
            </a:prstGeom>
            <a:solidFill>
              <a:srgbClr val="9ADAD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32" name="Google Shape;1632;p105"/>
            <p:cNvSpPr txBox="1"/>
            <p:nvPr/>
          </p:nvSpPr>
          <p:spPr>
            <a:xfrm>
              <a:off x="1854557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#99D7D6</a:t>
              </a:r>
              <a:endParaRPr b="0" i="0" sz="700" u="none" cap="none" strike="noStrike">
                <a:solidFill>
                  <a:srgbClr val="01A2A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153, 215, 214</a:t>
              </a:r>
              <a:endParaRPr sz="1100"/>
            </a:p>
          </p:txBody>
        </p:sp>
      </p:grpSp>
      <p:grpSp>
        <p:nvGrpSpPr>
          <p:cNvPr id="1633" name="Google Shape;1633;p105"/>
          <p:cNvGrpSpPr/>
          <p:nvPr/>
        </p:nvGrpSpPr>
        <p:grpSpPr>
          <a:xfrm>
            <a:off x="2478625" y="2796464"/>
            <a:ext cx="882167" cy="868190"/>
            <a:chOff x="3304834" y="3728619"/>
            <a:chExt cx="1176222" cy="1157586"/>
          </a:xfrm>
        </p:grpSpPr>
        <p:sp>
          <p:nvSpPr>
            <p:cNvPr id="1634" name="Google Shape;1634;p105"/>
            <p:cNvSpPr/>
            <p:nvPr/>
          </p:nvSpPr>
          <p:spPr>
            <a:xfrm>
              <a:off x="3304834" y="3728619"/>
              <a:ext cx="1157585" cy="1157586"/>
            </a:xfrm>
            <a:prstGeom prst="rect">
              <a:avLst/>
            </a:prstGeom>
            <a:solidFill>
              <a:srgbClr val="C4AFD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35" name="Google Shape;1635;p105"/>
            <p:cNvSpPr txBox="1"/>
            <p:nvPr/>
          </p:nvSpPr>
          <p:spPr>
            <a:xfrm>
              <a:off x="3323305" y="3764876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02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#C2AFD0</a:t>
              </a:r>
              <a:endParaRPr b="0" i="0" sz="700" u="none" cap="none" strike="noStrike">
                <a:solidFill>
                  <a:srgbClr val="68398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194, 175, 208</a:t>
              </a:r>
              <a:endParaRPr sz="1100"/>
            </a:p>
          </p:txBody>
        </p:sp>
      </p:grpSp>
      <p:grpSp>
        <p:nvGrpSpPr>
          <p:cNvPr id="1636" name="Google Shape;1636;p105"/>
          <p:cNvGrpSpPr/>
          <p:nvPr/>
        </p:nvGrpSpPr>
        <p:grpSpPr>
          <a:xfrm>
            <a:off x="1377065" y="3874671"/>
            <a:ext cx="868313" cy="868189"/>
            <a:chOff x="376439" y="5166228"/>
            <a:chExt cx="1157751" cy="1157586"/>
          </a:xfrm>
        </p:grpSpPr>
        <p:sp>
          <p:nvSpPr>
            <p:cNvPr id="1637" name="Google Shape;1637;p105"/>
            <p:cNvSpPr/>
            <p:nvPr/>
          </p:nvSpPr>
          <p:spPr>
            <a:xfrm>
              <a:off x="376439" y="5166228"/>
              <a:ext cx="1157585" cy="1157586"/>
            </a:xfrm>
            <a:prstGeom prst="rect">
              <a:avLst/>
            </a:prstGeom>
            <a:solidFill>
              <a:srgbClr val="FEE9E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38" name="Google Shape;1638;p105"/>
            <p:cNvSpPr txBox="1"/>
            <p:nvPr/>
          </p:nvSpPr>
          <p:spPr>
            <a:xfrm>
              <a:off x="376439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#FBE8DF</a:t>
              </a:r>
              <a:endParaRPr b="0" i="0" sz="700" u="none" cap="none" strike="noStrike">
                <a:solidFill>
                  <a:srgbClr val="ED631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631C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ED631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251, 232, 223</a:t>
              </a:r>
              <a:endParaRPr sz="1100"/>
            </a:p>
          </p:txBody>
        </p:sp>
      </p:grpSp>
      <p:grpSp>
        <p:nvGrpSpPr>
          <p:cNvPr id="1639" name="Google Shape;1639;p105"/>
          <p:cNvGrpSpPr/>
          <p:nvPr/>
        </p:nvGrpSpPr>
        <p:grpSpPr>
          <a:xfrm>
            <a:off x="277950" y="3874671"/>
            <a:ext cx="878753" cy="868189"/>
            <a:chOff x="1840637" y="5166228"/>
            <a:chExt cx="1171671" cy="1157586"/>
          </a:xfrm>
        </p:grpSpPr>
        <p:sp>
          <p:nvSpPr>
            <p:cNvPr id="1640" name="Google Shape;1640;p105"/>
            <p:cNvSpPr/>
            <p:nvPr/>
          </p:nvSpPr>
          <p:spPr>
            <a:xfrm>
              <a:off x="1840637" y="5166228"/>
              <a:ext cx="1157585" cy="1157586"/>
            </a:xfrm>
            <a:prstGeom prst="rect">
              <a:avLst/>
            </a:prstGeom>
            <a:solidFill>
              <a:srgbClr val="CCEDE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41" name="Google Shape;1641;p105"/>
            <p:cNvSpPr txBox="1"/>
            <p:nvPr/>
          </p:nvSpPr>
          <p:spPr>
            <a:xfrm>
              <a:off x="1854557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#CBEAEC</a:t>
              </a:r>
              <a:endParaRPr b="0" i="0" sz="700" u="none" cap="none" strike="noStrike">
                <a:solidFill>
                  <a:srgbClr val="01A2A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A2A6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01A2A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203, 234, 236</a:t>
              </a:r>
              <a:endParaRPr sz="1100"/>
            </a:p>
          </p:txBody>
        </p:sp>
      </p:grpSp>
      <p:grpSp>
        <p:nvGrpSpPr>
          <p:cNvPr id="1642" name="Google Shape;1642;p105"/>
          <p:cNvGrpSpPr/>
          <p:nvPr/>
        </p:nvGrpSpPr>
        <p:grpSpPr>
          <a:xfrm>
            <a:off x="2478625" y="3874671"/>
            <a:ext cx="882167" cy="868189"/>
            <a:chOff x="3304834" y="5166228"/>
            <a:chExt cx="1176222" cy="1157586"/>
          </a:xfrm>
        </p:grpSpPr>
        <p:sp>
          <p:nvSpPr>
            <p:cNvPr id="1643" name="Google Shape;1643;p105"/>
            <p:cNvSpPr/>
            <p:nvPr/>
          </p:nvSpPr>
          <p:spPr>
            <a:xfrm>
              <a:off x="3304834" y="5166228"/>
              <a:ext cx="1157585" cy="1157586"/>
            </a:xfrm>
            <a:prstGeom prst="rect">
              <a:avLst/>
            </a:prstGeom>
            <a:solidFill>
              <a:srgbClr val="E5DDE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44" name="Google Shape;1644;p105"/>
            <p:cNvSpPr txBox="1"/>
            <p:nvPr/>
          </p:nvSpPr>
          <p:spPr>
            <a:xfrm>
              <a:off x="3323305" y="5202692"/>
              <a:ext cx="115775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Tint 03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HEX #E3DCEA</a:t>
              </a:r>
              <a:endParaRPr b="0" i="0" sz="700" u="none" cap="none" strike="noStrike">
                <a:solidFill>
                  <a:srgbClr val="68398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8398E"/>
                </a:buClr>
                <a:buSzPts val="700"/>
                <a:buFont typeface="Trebuchet MS"/>
                <a:buNone/>
              </a:pPr>
              <a:r>
                <a:rPr b="0" i="0" lang="en" sz="700" u="none" cap="none" strike="noStrike">
                  <a:solidFill>
                    <a:srgbClr val="68398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RBG 227, 220, 234</a:t>
              </a:r>
              <a:endParaRPr sz="11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8 - Resourc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 - Light body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 - Title slides">
  <a:themeElements>
    <a:clrScheme name="VIB-2025">
      <a:dk1>
        <a:srgbClr val="00205F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 - Chapter title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